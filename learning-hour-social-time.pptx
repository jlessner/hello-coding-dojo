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88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57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56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09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79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34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05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737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83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019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605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8F442-CBAF-4E45-BB3A-43F11A347393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37DCB-F68B-40EC-A47B-1725C991A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83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Learning Hour „</a:t>
            </a:r>
            <a:r>
              <a:rPr lang="de-DE" sz="7200" b="1" dirty="0" err="1"/>
              <a:t>Social</a:t>
            </a:r>
            <a:r>
              <a:rPr lang="de-DE" sz="7200" b="1" dirty="0"/>
              <a:t> Time“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5986"/>
          </a:xfrm>
        </p:spPr>
        <p:txBody>
          <a:bodyPr>
            <a:noAutofit/>
          </a:bodyPr>
          <a:lstStyle/>
          <a:p>
            <a:r>
              <a:rPr lang="de-DE" sz="4400" dirty="0"/>
              <a:t>Postings in a social </a:t>
            </a:r>
            <a:r>
              <a:rPr lang="de-DE" sz="4400" dirty="0" err="1"/>
              <a:t>media</a:t>
            </a:r>
            <a:r>
              <a:rPr lang="de-DE" sz="4400" dirty="0"/>
              <a:t> </a:t>
            </a:r>
            <a:r>
              <a:rPr lang="de-DE" sz="4400" dirty="0" err="1"/>
              <a:t>platform</a:t>
            </a:r>
            <a:r>
              <a:rPr lang="de-DE" sz="4400" dirty="0"/>
              <a:t> </a:t>
            </a:r>
            <a:r>
              <a:rPr lang="de-DE" sz="4400" dirty="0" err="1"/>
              <a:t>should</a:t>
            </a:r>
            <a:r>
              <a:rPr lang="de-DE" sz="4400" dirty="0"/>
              <a:t> not </a:t>
            </a:r>
            <a:r>
              <a:rPr lang="de-DE" sz="4400" dirty="0" err="1"/>
              <a:t>be</a:t>
            </a:r>
            <a:r>
              <a:rPr lang="de-DE" sz="4400" dirty="0"/>
              <a:t> </a:t>
            </a:r>
            <a:r>
              <a:rPr lang="de-DE" sz="4400" dirty="0" err="1"/>
              <a:t>displayed</a:t>
            </a:r>
            <a:r>
              <a:rPr lang="de-DE" sz="4400" dirty="0"/>
              <a:t> </a:t>
            </a:r>
            <a:r>
              <a:rPr lang="de-DE" sz="4400" dirty="0" err="1"/>
              <a:t>with</a:t>
            </a:r>
            <a:r>
              <a:rPr lang="de-DE" sz="4400" dirty="0"/>
              <a:t> date/time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their</a:t>
            </a:r>
            <a:r>
              <a:rPr lang="de-DE" sz="4400" dirty="0"/>
              <a:t> </a:t>
            </a:r>
            <a:r>
              <a:rPr lang="de-DE" sz="4400" dirty="0" err="1"/>
              <a:t>creation</a:t>
            </a:r>
            <a:r>
              <a:rPr lang="de-DE" sz="4400" dirty="0"/>
              <a:t> but </a:t>
            </a:r>
            <a:r>
              <a:rPr lang="de-DE" sz="4400" dirty="0" err="1"/>
              <a:t>by</a:t>
            </a:r>
            <a:r>
              <a:rPr lang="de-DE" sz="4400" dirty="0"/>
              <a:t> </a:t>
            </a:r>
            <a:r>
              <a:rPr lang="de-DE" sz="4400" dirty="0" err="1"/>
              <a:t>their</a:t>
            </a:r>
            <a:r>
              <a:rPr lang="de-DE" sz="4400" dirty="0"/>
              <a:t> </a:t>
            </a:r>
            <a:r>
              <a:rPr lang="de-DE" sz="4400" dirty="0" err="1"/>
              <a:t>age</a:t>
            </a:r>
            <a:endParaRPr lang="de-DE" sz="4400" dirty="0"/>
          </a:p>
          <a:p>
            <a:r>
              <a:rPr lang="de-DE" sz="4400" dirty="0"/>
              <a:t>Implement a </a:t>
            </a:r>
            <a:r>
              <a:rPr lang="de-DE" sz="4400" dirty="0" err="1"/>
              <a:t>function</a:t>
            </a:r>
            <a:r>
              <a:rPr lang="de-DE" sz="4400" dirty="0"/>
              <a:t> </a:t>
            </a:r>
            <a:r>
              <a:rPr lang="de-DE" sz="4400" dirty="0" err="1"/>
              <a:t>which</a:t>
            </a:r>
            <a:r>
              <a:rPr lang="de-DE" sz="4400" dirty="0"/>
              <a:t> </a:t>
            </a:r>
            <a:r>
              <a:rPr lang="de-DE" sz="4400" dirty="0" err="1"/>
              <a:t>displays</a:t>
            </a:r>
            <a:r>
              <a:rPr lang="de-DE" sz="4400" dirty="0"/>
              <a:t> an </a:t>
            </a:r>
            <a:r>
              <a:rPr lang="de-DE" sz="4400" dirty="0" err="1"/>
              <a:t>age</a:t>
            </a:r>
            <a:r>
              <a:rPr lang="de-DE" sz="4400" dirty="0"/>
              <a:t> </a:t>
            </a:r>
            <a:r>
              <a:rPr lang="de-DE" sz="4400" dirty="0" err="1"/>
              <a:t>given</a:t>
            </a:r>
            <a:r>
              <a:rPr lang="de-DE" sz="4400" dirty="0"/>
              <a:t> in </a:t>
            </a:r>
            <a:r>
              <a:rPr lang="de-DE" sz="4400" dirty="0" err="1"/>
              <a:t>seconds</a:t>
            </a:r>
            <a:r>
              <a:rPr lang="de-DE" sz="4400" dirty="0"/>
              <a:t> in a </a:t>
            </a:r>
            <a:r>
              <a:rPr lang="de-DE" sz="4400" dirty="0" err="1"/>
              <a:t>reader-friendly</a:t>
            </a:r>
            <a:r>
              <a:rPr lang="de-DE" sz="4400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404624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1: </a:t>
            </a:r>
            <a:r>
              <a:rPr lang="de-DE" sz="7200" b="1" dirty="0" err="1"/>
              <a:t>Seconds</a:t>
            </a:r>
            <a:endParaRPr lang="de-DE" sz="7200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4400" dirty="0"/>
              <a:t>Display </a:t>
            </a:r>
            <a:r>
              <a:rPr lang="de-DE" sz="4400" dirty="0" err="1"/>
              <a:t>age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„##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</a:p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under</a:t>
            </a:r>
            <a:r>
              <a:rPr lang="de-DE" sz="4400" dirty="0"/>
              <a:t> 10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„</a:t>
            </a:r>
            <a:r>
              <a:rPr lang="de-DE" sz="4400" dirty="0" err="1"/>
              <a:t>few</a:t>
            </a:r>
            <a:r>
              <a:rPr lang="de-DE" sz="4400" dirty="0"/>
              <a:t>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59704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2: </a:t>
            </a:r>
            <a:r>
              <a:rPr lang="de-DE" sz="7200" b="1" dirty="0" err="1"/>
              <a:t>Minutes</a:t>
            </a:r>
            <a:endParaRPr lang="de-DE" sz="7200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a </a:t>
            </a:r>
            <a:r>
              <a:rPr lang="de-DE" sz="4400" dirty="0" err="1"/>
              <a:t>minute</a:t>
            </a:r>
            <a:r>
              <a:rPr lang="de-DE" sz="4400" dirty="0"/>
              <a:t> </a:t>
            </a:r>
            <a:r>
              <a:rPr lang="de-DE" sz="4400" dirty="0" err="1"/>
              <a:t>or</a:t>
            </a:r>
            <a:r>
              <a:rPr lang="de-DE" sz="4400" dirty="0"/>
              <a:t> </a:t>
            </a:r>
            <a:r>
              <a:rPr lang="de-DE" sz="4400" dirty="0" err="1"/>
              <a:t>more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:</a:t>
            </a:r>
            <a:br>
              <a:rPr lang="de-DE" sz="4400" dirty="0"/>
            </a:br>
            <a:r>
              <a:rPr lang="de-DE" sz="4400" dirty="0"/>
              <a:t>„XX </a:t>
            </a:r>
            <a:r>
              <a:rPr lang="de-DE" sz="4400" dirty="0" err="1"/>
              <a:t>minute</a:t>
            </a:r>
            <a:r>
              <a:rPr lang="de-DE" sz="4400" dirty="0"/>
              <a:t>(s), YY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9377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3: </a:t>
            </a:r>
            <a:r>
              <a:rPr lang="de-DE" sz="7200" b="1" dirty="0" err="1"/>
              <a:t>Shorten</a:t>
            </a:r>
            <a:r>
              <a:rPr lang="de-DE" sz="7200" b="1" dirty="0"/>
              <a:t> </a:t>
            </a:r>
            <a:r>
              <a:rPr lang="de-DE" sz="7200" b="1" dirty="0" err="1"/>
              <a:t>Minutes</a:t>
            </a:r>
            <a:r>
              <a:rPr lang="de-DE" sz="7200" b="1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/>
              <a:t>In </a:t>
            </a:r>
            <a:r>
              <a:rPr lang="de-DE" sz="4400" dirty="0" err="1"/>
              <a:t>case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minutes</a:t>
            </a:r>
            <a:r>
              <a:rPr lang="de-DE" sz="4400" dirty="0"/>
              <a:t> </a:t>
            </a:r>
            <a:r>
              <a:rPr lang="de-DE" sz="4400" dirty="0" err="1"/>
              <a:t>with</a:t>
            </a:r>
            <a:r>
              <a:rPr lang="de-DE" sz="4400" dirty="0"/>
              <a:t> </a:t>
            </a:r>
            <a:r>
              <a:rPr lang="de-DE" sz="4400" dirty="0" err="1"/>
              <a:t>only</a:t>
            </a:r>
            <a:r>
              <a:rPr lang="de-DE" sz="4400" dirty="0"/>
              <a:t> a „</a:t>
            </a:r>
            <a:r>
              <a:rPr lang="de-DE" sz="4400" dirty="0" err="1"/>
              <a:t>few</a:t>
            </a:r>
            <a:r>
              <a:rPr lang="de-DE" sz="4400" dirty="0"/>
              <a:t>“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rest</a:t>
            </a:r>
            <a:r>
              <a:rPr lang="de-DE" sz="4400" dirty="0"/>
              <a:t>, </a:t>
            </a:r>
            <a:r>
              <a:rPr lang="de-DE" sz="4400" dirty="0" err="1"/>
              <a:t>omit</a:t>
            </a:r>
            <a:r>
              <a:rPr lang="de-DE" sz="4400" dirty="0"/>
              <a:t>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seconds</a:t>
            </a:r>
            <a:endParaRPr lang="de-DE" sz="4400" dirty="0"/>
          </a:p>
          <a:p>
            <a:r>
              <a:rPr lang="de-DE" sz="4400" dirty="0"/>
              <a:t>E.g. </a:t>
            </a:r>
            <a:r>
              <a:rPr lang="de-DE" sz="4400" dirty="0" err="1"/>
              <a:t>instead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„1 </a:t>
            </a:r>
            <a:r>
              <a:rPr lang="de-DE" sz="4400" dirty="0" err="1"/>
              <a:t>minute</a:t>
            </a:r>
            <a:r>
              <a:rPr lang="de-DE" sz="4400" dirty="0"/>
              <a:t>(s), 9 </a:t>
            </a:r>
            <a:r>
              <a:rPr lang="de-DE" sz="4400" dirty="0" err="1"/>
              <a:t>seconds</a:t>
            </a:r>
            <a:r>
              <a:rPr lang="de-DE" sz="4400" dirty="0"/>
              <a:t>“</a:t>
            </a:r>
            <a:br>
              <a:rPr lang="de-DE" sz="4400" dirty="0"/>
            </a:br>
            <a:r>
              <a:rPr lang="de-DE" sz="4400" dirty="0"/>
              <a:t>just „1 </a:t>
            </a:r>
            <a:r>
              <a:rPr lang="de-DE" sz="4400" dirty="0" err="1"/>
              <a:t>minute</a:t>
            </a:r>
            <a:r>
              <a:rPr lang="de-DE" sz="4400" dirty="0"/>
              <a:t>(s)“</a:t>
            </a:r>
          </a:p>
        </p:txBody>
      </p:sp>
    </p:spTree>
    <p:extLst>
      <p:ext uri="{BB962C8B-B14F-4D97-AF65-F5344CB8AC3E}">
        <p14:creationId xmlns:p14="http://schemas.microsoft.com/office/powerpoint/2010/main" val="1780534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4: Plural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/>
              <a:t>Differentiate </a:t>
            </a:r>
            <a:r>
              <a:rPr lang="de-DE" sz="4400" dirty="0" err="1"/>
              <a:t>between</a:t>
            </a:r>
            <a:r>
              <a:rPr lang="de-DE" sz="4400" dirty="0"/>
              <a:t> „</a:t>
            </a:r>
            <a:r>
              <a:rPr lang="de-DE" sz="4400" dirty="0" err="1"/>
              <a:t>minute</a:t>
            </a:r>
            <a:r>
              <a:rPr lang="de-DE" sz="4400" dirty="0"/>
              <a:t>“ and „</a:t>
            </a:r>
            <a:r>
              <a:rPr lang="de-DE" sz="4400" dirty="0" err="1"/>
              <a:t>minutes</a:t>
            </a:r>
            <a:r>
              <a:rPr lang="de-DE" sz="4400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26414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5: Hours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one</a:t>
            </a:r>
            <a:r>
              <a:rPr lang="de-DE" sz="4400" dirty="0"/>
              <a:t> </a:t>
            </a:r>
            <a:r>
              <a:rPr lang="de-DE" sz="4400" dirty="0" err="1"/>
              <a:t>hour</a:t>
            </a:r>
            <a:r>
              <a:rPr lang="de-DE" sz="4400" dirty="0"/>
              <a:t> </a:t>
            </a:r>
            <a:r>
              <a:rPr lang="de-DE" sz="4400" dirty="0" err="1"/>
              <a:t>or</a:t>
            </a:r>
            <a:r>
              <a:rPr lang="de-DE" sz="4400" dirty="0"/>
              <a:t> </a:t>
            </a:r>
            <a:r>
              <a:rPr lang="de-DE" sz="4400" dirty="0" err="1"/>
              <a:t>more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:</a:t>
            </a:r>
            <a:br>
              <a:rPr lang="de-DE" sz="4400" dirty="0"/>
            </a:br>
            <a:r>
              <a:rPr lang="de-DE" sz="4400" dirty="0"/>
              <a:t>„XX </a:t>
            </a:r>
            <a:r>
              <a:rPr lang="de-DE" sz="4400" dirty="0" err="1"/>
              <a:t>hour</a:t>
            </a:r>
            <a:r>
              <a:rPr lang="de-DE" sz="4400" dirty="0"/>
              <a:t>(s), YY </a:t>
            </a:r>
            <a:r>
              <a:rPr lang="de-DE" sz="4400" dirty="0" err="1"/>
              <a:t>minute</a:t>
            </a:r>
            <a:r>
              <a:rPr lang="de-DE" sz="4400" dirty="0"/>
              <a:t>(s)“</a:t>
            </a:r>
          </a:p>
          <a:p>
            <a:r>
              <a:rPr lang="de-DE" sz="4400" dirty="0"/>
              <a:t>Plural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hours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minutes</a:t>
            </a:r>
            <a:endParaRPr lang="de-DE" sz="4400" dirty="0"/>
          </a:p>
          <a:p>
            <a:r>
              <a:rPr lang="de-DE" sz="4400" dirty="0" err="1"/>
              <a:t>Omit</a:t>
            </a:r>
            <a:r>
              <a:rPr lang="de-DE" sz="4400" dirty="0"/>
              <a:t> </a:t>
            </a:r>
            <a:r>
              <a:rPr lang="de-DE" sz="4400" dirty="0" err="1"/>
              <a:t>remaining</a:t>
            </a:r>
            <a:r>
              <a:rPr lang="de-DE" sz="4400" dirty="0"/>
              <a:t>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portion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261082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sz="7200" b="1" dirty="0"/>
              <a:t>Task 6: Days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de-DE" sz="4400" dirty="0" err="1"/>
              <a:t>Periods</a:t>
            </a:r>
            <a:r>
              <a:rPr lang="de-DE" sz="4400" dirty="0"/>
              <a:t> </a:t>
            </a:r>
            <a:r>
              <a:rPr lang="de-DE" sz="4400" dirty="0" err="1"/>
              <a:t>of</a:t>
            </a:r>
            <a:r>
              <a:rPr lang="de-DE" sz="4400" dirty="0"/>
              <a:t> </a:t>
            </a:r>
            <a:r>
              <a:rPr lang="de-DE" sz="4400" dirty="0" err="1"/>
              <a:t>one</a:t>
            </a:r>
            <a:r>
              <a:rPr lang="de-DE" sz="4400" dirty="0"/>
              <a:t> </a:t>
            </a:r>
            <a:r>
              <a:rPr lang="de-DE" sz="4400" dirty="0" err="1"/>
              <a:t>day</a:t>
            </a:r>
            <a:r>
              <a:rPr lang="de-DE" sz="4400" dirty="0"/>
              <a:t> </a:t>
            </a:r>
            <a:r>
              <a:rPr lang="de-DE" sz="4400" dirty="0" err="1"/>
              <a:t>or</a:t>
            </a:r>
            <a:r>
              <a:rPr lang="de-DE" sz="4400" dirty="0"/>
              <a:t> </a:t>
            </a:r>
            <a:r>
              <a:rPr lang="de-DE" sz="4400" dirty="0" err="1"/>
              <a:t>more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:</a:t>
            </a:r>
            <a:br>
              <a:rPr lang="de-DE" sz="4400" dirty="0"/>
            </a:br>
            <a:r>
              <a:rPr lang="de-DE" sz="4400" dirty="0"/>
              <a:t>„XX </a:t>
            </a:r>
            <a:r>
              <a:rPr lang="de-DE" sz="4400" dirty="0" err="1"/>
              <a:t>day</a:t>
            </a:r>
            <a:r>
              <a:rPr lang="de-DE" sz="4400" dirty="0"/>
              <a:t>(s), YY </a:t>
            </a:r>
            <a:r>
              <a:rPr lang="de-DE" sz="4400" dirty="0" err="1"/>
              <a:t>hour</a:t>
            </a:r>
            <a:r>
              <a:rPr lang="de-DE" sz="4400" dirty="0"/>
              <a:t>(s)“</a:t>
            </a:r>
          </a:p>
          <a:p>
            <a:r>
              <a:rPr lang="de-DE" sz="4400" dirty="0"/>
              <a:t>Plural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days</a:t>
            </a:r>
            <a:r>
              <a:rPr lang="de-DE" sz="4400" dirty="0"/>
              <a:t> </a:t>
            </a:r>
            <a:r>
              <a:rPr lang="de-DE" sz="4400" dirty="0" err="1"/>
              <a:t>as</a:t>
            </a:r>
            <a:r>
              <a:rPr lang="de-DE" sz="4400" dirty="0"/>
              <a:t> </a:t>
            </a:r>
            <a:r>
              <a:rPr lang="de-DE" sz="4400" dirty="0" err="1"/>
              <a:t>for</a:t>
            </a:r>
            <a:r>
              <a:rPr lang="de-DE" sz="4400" dirty="0"/>
              <a:t> </a:t>
            </a:r>
            <a:r>
              <a:rPr lang="de-DE" sz="4400" dirty="0" err="1"/>
              <a:t>hours</a:t>
            </a:r>
            <a:endParaRPr lang="de-DE" sz="4400" dirty="0"/>
          </a:p>
          <a:p>
            <a:r>
              <a:rPr lang="de-DE" sz="4400" dirty="0" err="1"/>
              <a:t>Omit</a:t>
            </a:r>
            <a:r>
              <a:rPr lang="de-DE" sz="4400" dirty="0"/>
              <a:t> </a:t>
            </a:r>
            <a:r>
              <a:rPr lang="de-DE" sz="4400" dirty="0" err="1"/>
              <a:t>minutes</a:t>
            </a:r>
            <a:r>
              <a:rPr lang="de-DE" sz="4400" dirty="0"/>
              <a:t> and </a:t>
            </a:r>
            <a:r>
              <a:rPr lang="de-DE" sz="4400" dirty="0" err="1"/>
              <a:t>seconds</a:t>
            </a:r>
            <a:r>
              <a:rPr lang="de-DE" sz="4400" dirty="0"/>
              <a:t> </a:t>
            </a:r>
            <a:r>
              <a:rPr lang="de-DE" sz="4400" dirty="0" err="1"/>
              <a:t>portions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168703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Breitbild</PresentationFormat>
  <Paragraphs>21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Learning Hour „Social Time“</vt:lpstr>
      <vt:lpstr>Task 1: Seconds</vt:lpstr>
      <vt:lpstr>Task 2: Minutes</vt:lpstr>
      <vt:lpstr>Task 3: Shorten Minutes </vt:lpstr>
      <vt:lpstr>Task 4: Plural</vt:lpstr>
      <vt:lpstr>Task 5: Hours</vt:lpstr>
      <vt:lpstr>Task 6: Days</vt:lpstr>
    </vt:vector>
  </TitlesOfParts>
  <Company>S&amp;N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Dojo „Soziale Zeit“</dc:title>
  <dc:creator>Lessner, Jan</dc:creator>
  <cp:lastModifiedBy>Lessner, Jan</cp:lastModifiedBy>
  <cp:revision>18</cp:revision>
  <cp:lastPrinted>2020-08-04T10:16:41Z</cp:lastPrinted>
  <dcterms:created xsi:type="dcterms:W3CDTF">2020-08-04T07:15:58Z</dcterms:created>
  <dcterms:modified xsi:type="dcterms:W3CDTF">2025-07-09T16:02:34Z</dcterms:modified>
</cp:coreProperties>
</file>