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1" r:id="rId6"/>
  </p:sldMasterIdLst>
  <p:notesMasterIdLst>
    <p:notesMasterId r:id="rId14"/>
  </p:notesMasterIdLst>
  <p:handoutMasterIdLst>
    <p:handoutMasterId r:id="rId15"/>
  </p:handoutMasterIdLst>
  <p:sldIdLst>
    <p:sldId id="259" r:id="rId7"/>
    <p:sldId id="1360" r:id="rId8"/>
    <p:sldId id="1361" r:id="rId9"/>
    <p:sldId id="1362" r:id="rId10"/>
    <p:sldId id="1363" r:id="rId11"/>
    <p:sldId id="1364" r:id="rId12"/>
    <p:sldId id="1300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61" userDrawn="1">
          <p15:clr>
            <a:srgbClr val="A4A3A4"/>
          </p15:clr>
        </p15:guide>
        <p15:guide id="2" pos="4339" userDrawn="1">
          <p15:clr>
            <a:srgbClr val="A4A3A4"/>
          </p15:clr>
        </p15:guide>
        <p15:guide id="3" pos="1753" userDrawn="1">
          <p15:clr>
            <a:srgbClr val="A4A3A4"/>
          </p15:clr>
        </p15:guide>
        <p15:guide id="4" orient="horz" pos="2455" userDrawn="1">
          <p15:clr>
            <a:srgbClr val="A4A3A4"/>
          </p15:clr>
        </p15:guide>
        <p15:guide id="5" orient="horz" pos="459" userDrawn="1">
          <p15:clr>
            <a:srgbClr val="A4A3A4"/>
          </p15:clr>
        </p15:guide>
        <p15:guide id="6" orient="horz" pos="391" userDrawn="1">
          <p15:clr>
            <a:srgbClr val="A4A3A4"/>
          </p15:clr>
        </p15:guide>
        <p15:guide id="7" orient="horz" pos="527" userDrawn="1">
          <p15:clr>
            <a:srgbClr val="A4A3A4"/>
          </p15:clr>
        </p15:guide>
        <p15:guide id="8" orient="horz" pos="1434" userDrawn="1">
          <p15:clr>
            <a:srgbClr val="A4A3A4"/>
          </p15:clr>
        </p15:guide>
        <p15:guide id="9" orient="horz" pos="1684" userDrawn="1">
          <p15:clr>
            <a:srgbClr val="A4A3A4"/>
          </p15:clr>
        </p15:guide>
        <p15:guide id="10" pos="3500" userDrawn="1">
          <p15:clr>
            <a:srgbClr val="A4A3A4"/>
          </p15:clr>
        </p15:guide>
        <p15:guide id="11" orient="horz" pos="278" userDrawn="1">
          <p15:clr>
            <a:srgbClr val="A4A3A4"/>
          </p15:clr>
        </p15:guide>
        <p15:guide id="12" orient="horz" pos="107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everungen, Markus" initials="MaBev" lastIdx="14" clrIdx="0">
    <p:extLst>
      <p:ext uri="{19B8F6BF-5375-455C-9EA6-DF929625EA0E}">
        <p15:presenceInfo xmlns:p15="http://schemas.microsoft.com/office/powerpoint/2012/main" userId="Beverungen, Markus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54606D"/>
    <a:srgbClr val="F9C98F"/>
    <a:srgbClr val="F49927"/>
    <a:srgbClr val="000000"/>
    <a:srgbClr val="FFECAF"/>
    <a:srgbClr val="54606C"/>
    <a:srgbClr val="008DD2"/>
    <a:srgbClr val="7BA2BD"/>
    <a:srgbClr val="C8F6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7465" autoAdjust="0"/>
  </p:normalViewPr>
  <p:slideViewPr>
    <p:cSldViewPr showGuides="1">
      <p:cViewPr varScale="1">
        <p:scale>
          <a:sx n="123" d="100"/>
          <a:sy n="123" d="100"/>
        </p:scale>
        <p:origin x="108" y="246"/>
      </p:cViewPr>
      <p:guideLst>
        <p:guide orient="horz" pos="1661"/>
        <p:guide pos="4339"/>
        <p:guide pos="1753"/>
        <p:guide orient="horz" pos="2455"/>
        <p:guide orient="horz" pos="459"/>
        <p:guide orient="horz" pos="391"/>
        <p:guide orient="horz" pos="527"/>
        <p:guide orient="horz" pos="1434"/>
        <p:guide orient="horz" pos="1684"/>
        <p:guide pos="3500"/>
        <p:guide orient="horz" pos="278"/>
        <p:guide orient="horz" pos="1071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7302"/>
    </p:cViewPr>
  </p:sorterViewPr>
  <p:notesViewPr>
    <p:cSldViewPr showGuides="1">
      <p:cViewPr varScale="1">
        <p:scale>
          <a:sx n="122" d="100"/>
          <a:sy n="122" d="100"/>
        </p:scale>
        <p:origin x="670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1.xml"/><Relationship Id="rId11" Type="http://schemas.openxmlformats.org/officeDocument/2006/relationships/slide" Target="slides/slide5.xml"/><Relationship Id="rId5" Type="http://schemas.openxmlformats.org/officeDocument/2006/relationships/customXml" Target="../customXml/item5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4.xml"/><Relationship Id="rId19" Type="http://schemas.openxmlformats.org/officeDocument/2006/relationships/theme" Target="theme/theme1.xml"/><Relationship Id="rId4" Type="http://schemas.openxmlformats.org/officeDocument/2006/relationships/customXml" Target="../customXml/item4.xml"/><Relationship Id="rId9" Type="http://schemas.openxmlformats.org/officeDocument/2006/relationships/slide" Target="slides/slide3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34F6EB0D-D772-4557-A688-DA7AE2B5554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D8FC5E7-6CAA-4708-B4DB-E3E887E0F6E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7D6DC5-306E-4ABC-9AC8-E2C0D65491EF}" type="datetimeFigureOut">
              <a:rPr lang="de-DE" smtClean="0"/>
              <a:t>12.06.2025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BAD9863-79C9-4BD7-8727-11938FD4129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39760EA-234E-4A3E-8D26-66D439C50B1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5ADE28-339C-4973-BA41-0766E9564F1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98589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052A35-9683-4BC0-AC46-092FDEE29B6E}" type="datetimeFigureOut">
              <a:rPr lang="de-DE" smtClean="0"/>
              <a:t>12.06.2025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E902A3-DE93-4BBB-982D-2089ADBEE5D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76602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w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D6B2CDE4-1BC4-4D39-A80E-286EFB0FED6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1" name="직사각형 29">
            <a:extLst>
              <a:ext uri="{FF2B5EF4-FFF2-40B4-BE49-F238E27FC236}">
                <a16:creationId xmlns:a16="http://schemas.microsoft.com/office/drawing/2014/main" id="{60175E29-EC1D-4A25-B092-78551F27ED51}"/>
              </a:ext>
            </a:extLst>
          </p:cNvPr>
          <p:cNvSpPr/>
          <p:nvPr userDrawn="1"/>
        </p:nvSpPr>
        <p:spPr>
          <a:xfrm>
            <a:off x="0" y="901"/>
            <a:ext cx="12192000" cy="5873706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l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altLang="ko-KR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lt"/>
                <a:ea typeface="굴림" panose="020B0600000101010101" pitchFamily="34" charset="-127"/>
                <a:cs typeface="Arial" panose="020B0604020202020204" pitchFamily="34" charset="0"/>
              </a:rPr>
              <a:t> </a:t>
            </a: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굴림" panose="020B0600000101010101" pitchFamily="34" charset="-127"/>
              <a:cs typeface="Arial" panose="020B0604020202020204" pitchFamily="34" charset="0"/>
            </a:endParaRPr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D6577CF3-1092-4250-9D3E-FC13D61C01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1461" y="2502684"/>
            <a:ext cx="9093202" cy="1325563"/>
          </a:xfrm>
        </p:spPr>
        <p:txBody>
          <a:bodyPr>
            <a:noAutofit/>
          </a:bodyPr>
          <a:lstStyle>
            <a:lvl1pPr algn="l">
              <a:defRPr sz="3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2030225C-BAD1-4918-AD4C-044A3C5EB5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38848" y="4502106"/>
            <a:ext cx="9460236" cy="455069"/>
          </a:xfrm>
        </p:spPr>
        <p:txBody>
          <a:bodyPr>
            <a:noAutofit/>
          </a:bodyPr>
          <a:lstStyle>
            <a:lvl1pPr marL="0" indent="0" algn="r">
              <a:buNone/>
              <a:defRPr sz="24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/>
              <a:t>Name, Funktion</a:t>
            </a:r>
          </a:p>
        </p:txBody>
      </p:sp>
      <p:sp>
        <p:nvSpPr>
          <p:cNvPr id="29" name="직사각형 42">
            <a:extLst>
              <a:ext uri="{FF2B5EF4-FFF2-40B4-BE49-F238E27FC236}">
                <a16:creationId xmlns:a16="http://schemas.microsoft.com/office/drawing/2014/main" id="{12D0F5B0-3A68-4598-9AD6-D3820150CAE7}"/>
              </a:ext>
            </a:extLst>
          </p:cNvPr>
          <p:cNvSpPr/>
          <p:nvPr userDrawn="1"/>
        </p:nvSpPr>
        <p:spPr>
          <a:xfrm>
            <a:off x="1466849" y="-1"/>
            <a:ext cx="72000" cy="1777397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39" name="Textplatzhalter 17">
            <a:extLst>
              <a:ext uri="{FF2B5EF4-FFF2-40B4-BE49-F238E27FC236}">
                <a16:creationId xmlns:a16="http://schemas.microsoft.com/office/drawing/2014/main" id="{63B290A0-5B3A-4148-A2B1-DAF5FD71436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531182" y="4957175"/>
            <a:ext cx="9460236" cy="455069"/>
          </a:xfrm>
        </p:spPr>
        <p:txBody>
          <a:bodyPr>
            <a:noAutofit/>
          </a:bodyPr>
          <a:lstStyle>
            <a:lvl1pPr marL="0" indent="0" algn="r">
              <a:buNone/>
              <a:defRPr sz="24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/>
              <a:t>Ort, Datum</a:t>
            </a:r>
          </a:p>
        </p:txBody>
      </p:sp>
      <p:sp>
        <p:nvSpPr>
          <p:cNvPr id="41" name="Untertitel 2">
            <a:extLst>
              <a:ext uri="{FF2B5EF4-FFF2-40B4-BE49-F238E27FC236}">
                <a16:creationId xmlns:a16="http://schemas.microsoft.com/office/drawing/2014/main" id="{5AAD71F2-D4E8-41E2-9CAE-AF20A700E2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38848" y="540326"/>
            <a:ext cx="9065815" cy="1237069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Konkretisierende Beschreibung des Inhalts / Kundenreferenz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76106938-4D17-4DA0-9FAB-CBBB75FE8713}"/>
              </a:ext>
            </a:extLst>
          </p:cNvPr>
          <p:cNvSpPr/>
          <p:nvPr userDrawn="1"/>
        </p:nvSpPr>
        <p:spPr bwMode="auto">
          <a:xfrm>
            <a:off x="0" y="5874607"/>
            <a:ext cx="12192000" cy="984294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30" name="직사각형 43">
            <a:extLst>
              <a:ext uri="{FF2B5EF4-FFF2-40B4-BE49-F238E27FC236}">
                <a16:creationId xmlns:a16="http://schemas.microsoft.com/office/drawing/2014/main" id="{0E6D6730-3B66-4D12-B9C5-DA95F3FB4C5E}"/>
              </a:ext>
            </a:extLst>
          </p:cNvPr>
          <p:cNvSpPr/>
          <p:nvPr userDrawn="1"/>
        </p:nvSpPr>
        <p:spPr>
          <a:xfrm>
            <a:off x="10991418" y="4491649"/>
            <a:ext cx="72000" cy="2366351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E47C401B-6D5B-416B-8CF8-3737624464A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7410" y="6193199"/>
            <a:ext cx="2706438" cy="433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29993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kurz">
    <p:bg>
      <p:bgPr>
        <a:solidFill>
          <a:schemeClr val="bg1">
            <a:alpha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179CF38A-CBDD-41D0-B85B-BF140B9F83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직사각형 46">
            <a:extLst>
              <a:ext uri="{FF2B5EF4-FFF2-40B4-BE49-F238E27FC236}">
                <a16:creationId xmlns:a16="http://schemas.microsoft.com/office/drawing/2014/main" id="{D95C4BCC-7649-43A3-9611-E3DC1346DB65}"/>
              </a:ext>
            </a:extLst>
          </p:cNvPr>
          <p:cNvSpPr/>
          <p:nvPr userDrawn="1"/>
        </p:nvSpPr>
        <p:spPr>
          <a:xfrm>
            <a:off x="-5645" y="2377100"/>
            <a:ext cx="12192000" cy="4473576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5" name="직사각형 48">
            <a:extLst>
              <a:ext uri="{FF2B5EF4-FFF2-40B4-BE49-F238E27FC236}">
                <a16:creationId xmlns:a16="http://schemas.microsoft.com/office/drawing/2014/main" id="{7C6CBB60-83E8-477F-B5CA-29A975011A80}"/>
              </a:ext>
            </a:extLst>
          </p:cNvPr>
          <p:cNvSpPr/>
          <p:nvPr/>
        </p:nvSpPr>
        <p:spPr>
          <a:xfrm>
            <a:off x="-5645" y="2377100"/>
            <a:ext cx="12209483" cy="1952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35" name="Textplatzhalter 34">
            <a:extLst>
              <a:ext uri="{FF2B5EF4-FFF2-40B4-BE49-F238E27FC236}">
                <a16:creationId xmlns:a16="http://schemas.microsoft.com/office/drawing/2014/main" id="{70F5E6E5-8A83-4BCD-9B85-7F02A953EBCE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1057477" y="2612006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/>
              <a:t>Nr.</a:t>
            </a:r>
          </a:p>
        </p:txBody>
      </p:sp>
      <p:sp>
        <p:nvSpPr>
          <p:cNvPr id="36" name="Textplatzhalter 34">
            <a:extLst>
              <a:ext uri="{FF2B5EF4-FFF2-40B4-BE49-F238E27FC236}">
                <a16:creationId xmlns:a16="http://schemas.microsoft.com/office/drawing/2014/main" id="{99ECB47A-B392-4D95-B0CE-5A4A118CD4F9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057477" y="3269803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 b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 err="1"/>
              <a:t>Agendapkt</a:t>
            </a:r>
            <a:r>
              <a:rPr lang="de-DE" dirty="0"/>
              <a:t>.</a:t>
            </a:r>
          </a:p>
        </p:txBody>
      </p:sp>
      <p:sp>
        <p:nvSpPr>
          <p:cNvPr id="42" name="Textplatzhalter 34">
            <a:extLst>
              <a:ext uri="{FF2B5EF4-FFF2-40B4-BE49-F238E27FC236}">
                <a16:creationId xmlns:a16="http://schemas.microsoft.com/office/drawing/2014/main" id="{0ED40921-F65C-4A5B-A5E0-5DC522AA4CB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69444" y="3269803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 b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 err="1"/>
              <a:t>Agendapkt</a:t>
            </a:r>
            <a:r>
              <a:rPr lang="de-DE" dirty="0"/>
              <a:t>.</a:t>
            </a:r>
          </a:p>
        </p:txBody>
      </p:sp>
      <p:sp>
        <p:nvSpPr>
          <p:cNvPr id="43" name="Textplatzhalter 34">
            <a:extLst>
              <a:ext uri="{FF2B5EF4-FFF2-40B4-BE49-F238E27FC236}">
                <a16:creationId xmlns:a16="http://schemas.microsoft.com/office/drawing/2014/main" id="{4AAB524D-2EDB-478A-993A-C3F82C1EBED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669444" y="2612006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/>
              <a:t>Nr.</a:t>
            </a:r>
          </a:p>
        </p:txBody>
      </p:sp>
      <p:sp>
        <p:nvSpPr>
          <p:cNvPr id="44" name="Textplatzhalter 34">
            <a:extLst>
              <a:ext uri="{FF2B5EF4-FFF2-40B4-BE49-F238E27FC236}">
                <a16:creationId xmlns:a16="http://schemas.microsoft.com/office/drawing/2014/main" id="{CEC13680-A1A2-4B20-935B-6DA0080084D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81411" y="3269803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 b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 err="1"/>
              <a:t>Agendapkt</a:t>
            </a:r>
            <a:r>
              <a:rPr lang="de-DE" dirty="0"/>
              <a:t>.</a:t>
            </a:r>
          </a:p>
        </p:txBody>
      </p:sp>
      <p:sp>
        <p:nvSpPr>
          <p:cNvPr id="45" name="Textplatzhalter 34">
            <a:extLst>
              <a:ext uri="{FF2B5EF4-FFF2-40B4-BE49-F238E27FC236}">
                <a16:creationId xmlns:a16="http://schemas.microsoft.com/office/drawing/2014/main" id="{F6EACAF3-B973-486F-9DC8-7EC68CD0901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81411" y="2612006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/>
              <a:t>Nr.</a:t>
            </a:r>
          </a:p>
        </p:txBody>
      </p:sp>
      <p:sp>
        <p:nvSpPr>
          <p:cNvPr id="46" name="Textplatzhalter 34">
            <a:extLst>
              <a:ext uri="{FF2B5EF4-FFF2-40B4-BE49-F238E27FC236}">
                <a16:creationId xmlns:a16="http://schemas.microsoft.com/office/drawing/2014/main" id="{E9805A5D-0D22-4CF4-A3D4-C4E343AA10A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893377" y="3269803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 b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 err="1"/>
              <a:t>Agendapkt</a:t>
            </a:r>
            <a:r>
              <a:rPr lang="de-DE" dirty="0"/>
              <a:t>.</a:t>
            </a:r>
          </a:p>
        </p:txBody>
      </p:sp>
      <p:sp>
        <p:nvSpPr>
          <p:cNvPr id="47" name="Textplatzhalter 34">
            <a:extLst>
              <a:ext uri="{FF2B5EF4-FFF2-40B4-BE49-F238E27FC236}">
                <a16:creationId xmlns:a16="http://schemas.microsoft.com/office/drawing/2014/main" id="{25A54727-D021-469F-8B49-816B72B7443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93377" y="2612006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/>
              <a:t>Nr.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DC5E4D9-1FEA-49FA-8C99-C747F89EE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DA5846B7-8D94-456A-BA75-4A952A55EF90}"/>
              </a:ext>
            </a:extLst>
          </p:cNvPr>
          <p:cNvSpPr/>
          <p:nvPr userDrawn="1"/>
        </p:nvSpPr>
        <p:spPr bwMode="auto">
          <a:xfrm>
            <a:off x="0" y="0"/>
            <a:ext cx="12192000" cy="2384423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F48FFF4-BCEE-4909-BB51-6F2DF67D8D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550800"/>
            <a:ext cx="9862616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de-DE" dirty="0" err="1"/>
              <a:t>Agendatitel</a:t>
            </a:r>
            <a:r>
              <a:rPr lang="de-DE" dirty="0"/>
              <a:t>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B8F49ED8-C6CC-4CAE-97C6-6EACE6CD8E6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13666" y="267192"/>
            <a:ext cx="849867" cy="454180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79D1B75-B07D-4160-A305-07482EE13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1E5347CC-51E0-4888-A1E2-77457BC79666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D040156-40EC-4CC1-8114-234562DEE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557215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 Ne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C01DFD86-757F-4C03-BF00-0732128B31F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3" name="직사각형 21">
            <a:extLst>
              <a:ext uri="{FF2B5EF4-FFF2-40B4-BE49-F238E27FC236}">
                <a16:creationId xmlns:a16="http://schemas.microsoft.com/office/drawing/2014/main" id="{08882A8A-7E30-43D1-A672-E52F242C047C}"/>
              </a:ext>
            </a:extLst>
          </p:cNvPr>
          <p:cNvSpPr/>
          <p:nvPr userDrawn="1"/>
        </p:nvSpPr>
        <p:spPr>
          <a:xfrm>
            <a:off x="3336670" y="-8"/>
            <a:ext cx="8855330" cy="6857998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42" name="직사각형 42">
            <a:extLst>
              <a:ext uri="{FF2B5EF4-FFF2-40B4-BE49-F238E27FC236}">
                <a16:creationId xmlns:a16="http://schemas.microsoft.com/office/drawing/2014/main" id="{95828C8E-5ABC-49F3-A55D-21EF7D1042E0}"/>
              </a:ext>
            </a:extLst>
          </p:cNvPr>
          <p:cNvSpPr/>
          <p:nvPr userDrawn="1"/>
        </p:nvSpPr>
        <p:spPr>
          <a:xfrm>
            <a:off x="3336670" y="0"/>
            <a:ext cx="1200166" cy="6857990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B9D330-5DB7-44F3-8418-82D1DEF4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66713" y="6561601"/>
            <a:ext cx="8647289" cy="92333"/>
          </a:xfrm>
        </p:spPr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B9AAEBA-B76D-4DB5-AD05-7FA017B22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8A895E9A-6B2F-420D-9FD4-3422509E45F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0726" y="247961"/>
            <a:ext cx="877206" cy="468000"/>
          </a:xfrm>
          <a:prstGeom prst="rect">
            <a:avLst/>
          </a:prstGeom>
        </p:spPr>
      </p:pic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7D3D31E3-C45D-4C84-B465-2FCD692954B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95106" y="2827073"/>
            <a:ext cx="7757985" cy="1215717"/>
          </a:xfrm>
          <a:noFill/>
        </p:spPr>
        <p:txBody>
          <a:bodyPr wrap="square" anchor="ctr">
            <a:spAutoFit/>
          </a:bodyPr>
          <a:lstStyle>
            <a:lvl1pPr marL="896938" indent="-896938">
              <a:lnSpc>
                <a:spcPct val="100000"/>
              </a:lnSpc>
              <a:spcBef>
                <a:spcPts val="3000"/>
              </a:spcBef>
              <a:spcAft>
                <a:spcPts val="0"/>
              </a:spcAft>
              <a:buClr>
                <a:schemeClr val="bg1"/>
              </a:buClr>
              <a:buSzPct val="120000"/>
              <a:buFont typeface="+mj-lt"/>
              <a:buAutoNum type="arabicPeriod"/>
              <a:defRPr b="0">
                <a:solidFill>
                  <a:schemeClr val="bg1"/>
                </a:solidFill>
                <a:latin typeface="+mn-lt"/>
                <a:ea typeface="Open Sans Semibold" panose="020B0706030804020204" pitchFamily="34" charset="0"/>
                <a:cs typeface="Open Sans Semibold" panose="020B0706030804020204" pitchFamily="34" charset="0"/>
              </a:defRPr>
            </a:lvl1pPr>
            <a:lvl2pPr marL="985838" indent="-808038">
              <a:lnSpc>
                <a:spcPct val="100000"/>
              </a:lnSpc>
              <a:spcBef>
                <a:spcPts val="3000"/>
              </a:spcBef>
              <a:spcAft>
                <a:spcPts val="0"/>
              </a:spcAft>
              <a:buClr>
                <a:schemeClr val="bg1"/>
              </a:buClr>
              <a:buFont typeface="+mj-lt"/>
              <a:buAutoNum type="arabicPeriod"/>
              <a:tabLst/>
              <a:defRPr b="1">
                <a:solidFill>
                  <a:schemeClr val="bg1"/>
                </a:solidFill>
                <a:latin typeface="+mn-lt"/>
                <a:ea typeface="Open Sans Semibold" panose="020B0706030804020204" pitchFamily="34" charset="0"/>
                <a:cs typeface="Open Sans Semibold" panose="020B0706030804020204" pitchFamily="34" charset="0"/>
              </a:defRPr>
            </a:lvl2pPr>
            <a:lvl3pPr marL="355600" indent="0">
              <a:spcBef>
                <a:spcPts val="1800"/>
              </a:spcBef>
              <a:buFont typeface="+mj-lt"/>
              <a:buNone/>
              <a:tabLst>
                <a:tab pos="446088" algn="l"/>
              </a:tabLst>
              <a:defRPr>
                <a:solidFill>
                  <a:schemeClr val="accent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3pPr>
            <a:lvl4pPr marL="1714500" indent="-342900">
              <a:spcBef>
                <a:spcPts val="1800"/>
              </a:spcBef>
              <a:buFont typeface="+mj-lt"/>
              <a:buAutoNum type="arabicPeriod"/>
              <a:defRPr>
                <a:solidFill>
                  <a:schemeClr val="accent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4pPr>
            <a:lvl5pPr>
              <a:spcBef>
                <a:spcPts val="1800"/>
              </a:spcBef>
              <a:buFont typeface="+mj-lt"/>
              <a:buAutoNum type="arabicPeriod"/>
              <a:defRPr>
                <a:solidFill>
                  <a:schemeClr val="accent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5pPr>
          </a:lstStyle>
          <a:p>
            <a:pPr lvl="0"/>
            <a:r>
              <a:rPr lang="de-DE" dirty="0" err="1"/>
              <a:t>Agendapunkte</a:t>
            </a:r>
            <a:r>
              <a:rPr lang="de-DE" dirty="0"/>
              <a:t> bearbeiten</a:t>
            </a:r>
          </a:p>
          <a:p>
            <a:pPr lvl="0"/>
            <a:endParaRPr lang="de-DE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8A13BC4-9401-43FE-A35B-B8FC1BF1F8CB}"/>
              </a:ext>
            </a:extLst>
          </p:cNvPr>
          <p:cNvSpPr/>
          <p:nvPr userDrawn="1"/>
        </p:nvSpPr>
        <p:spPr bwMode="auto">
          <a:xfrm>
            <a:off x="0" y="0"/>
            <a:ext cx="3336670" cy="6857998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E320017-DF38-4877-880E-88E4CA82A2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8699" y="3055626"/>
            <a:ext cx="2321318" cy="758609"/>
          </a:xfrm>
        </p:spPr>
        <p:txBody>
          <a:bodyPr/>
          <a:lstStyle>
            <a:lvl1pPr algn="ctr">
              <a:defRPr/>
            </a:lvl1pPr>
          </a:lstStyle>
          <a:p>
            <a:r>
              <a:rPr lang="de-DE" dirty="0" err="1"/>
              <a:t>Agendatitel</a:t>
            </a:r>
            <a:r>
              <a:rPr lang="de-DE" dirty="0"/>
              <a:t>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36E3A23-F7E2-4E20-9B13-5DE4F6CD0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CC51D-1C22-4CF3-8FD3-18250F190113}" type="datetime1">
              <a:rPr lang="de-DE" smtClean="0"/>
              <a:t>12.06.2025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650977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tement m Bil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B05A16D1-DDF0-4E6D-8917-B478F97852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7" name="Rechteck 16">
            <a:extLst>
              <a:ext uri="{FF2B5EF4-FFF2-40B4-BE49-F238E27FC236}">
                <a16:creationId xmlns:a16="http://schemas.microsoft.com/office/drawing/2014/main" id="{4E598086-6314-4462-81F2-483C6CAD7B71}"/>
              </a:ext>
            </a:extLst>
          </p:cNvPr>
          <p:cNvSpPr/>
          <p:nvPr userDrawn="1"/>
        </p:nvSpPr>
        <p:spPr bwMode="auto">
          <a:xfrm>
            <a:off x="0" y="1618"/>
            <a:ext cx="1455676" cy="6856515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5" name="직사각형 9">
            <a:extLst>
              <a:ext uri="{FF2B5EF4-FFF2-40B4-BE49-F238E27FC236}">
                <a16:creationId xmlns:a16="http://schemas.microsoft.com/office/drawing/2014/main" id="{355B6854-FB17-4182-9AE0-650C1D803EF9}"/>
              </a:ext>
            </a:extLst>
          </p:cNvPr>
          <p:cNvSpPr/>
          <p:nvPr userDrawn="1"/>
        </p:nvSpPr>
        <p:spPr>
          <a:xfrm>
            <a:off x="1461420" y="-1485"/>
            <a:ext cx="10730580" cy="6859485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BB797188-E7A5-4912-A146-7DDCE1BCA7B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0726" y="247961"/>
            <a:ext cx="877206" cy="46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4FA0AA6-E4B4-42BB-8D8A-C4B13E4CA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4622" y="549922"/>
            <a:ext cx="8209378" cy="75860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10E2E90-2EC8-41CE-8896-4D223DD7910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204621" y="2436968"/>
            <a:ext cx="3060000" cy="3060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9" name="Textplatzhalter 6">
            <a:extLst>
              <a:ext uri="{FF2B5EF4-FFF2-40B4-BE49-F238E27FC236}">
                <a16:creationId xmlns:a16="http://schemas.microsoft.com/office/drawing/2014/main" id="{EF2AE384-00D7-4146-9451-1FED7D640A6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 rot="16200000">
            <a:off x="4276016" y="3451218"/>
            <a:ext cx="2372328" cy="343828"/>
          </a:xfrm>
          <a:solidFill>
            <a:schemeClr val="accent1"/>
          </a:solidFill>
        </p:spPr>
        <p:txBody>
          <a:bodyPr>
            <a:no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Bildbeschriftung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D95EC88-BDB9-429B-B39A-530DAB739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852E32C-1ED5-410F-B1C6-00C5C245E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2E292BF-5545-48C4-8C98-C650E514C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843C3ECC-28BA-4648-A791-48E762D6A652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1021F2E-5E3F-4A09-95C3-A5D857328C8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96800" y="1990801"/>
            <a:ext cx="5061132" cy="3861736"/>
          </a:xfrm>
        </p:spPr>
        <p:txBody>
          <a:bodyPr/>
          <a:lstStyle>
            <a:lvl1pPr>
              <a:spcBef>
                <a:spcPts val="1800"/>
              </a:spcBef>
              <a:defRPr>
                <a:solidFill>
                  <a:schemeClr val="bg1"/>
                </a:solidFill>
              </a:defRPr>
            </a:lvl1pPr>
            <a:lvl2pPr>
              <a:spcBef>
                <a:spcPts val="1800"/>
              </a:spcBef>
              <a:defRPr>
                <a:solidFill>
                  <a:schemeClr val="bg1"/>
                </a:solidFill>
              </a:defRPr>
            </a:lvl2pPr>
            <a:lvl3pPr>
              <a:spcBef>
                <a:spcPts val="1800"/>
              </a:spcBef>
              <a:defRPr>
                <a:solidFill>
                  <a:schemeClr val="bg1"/>
                </a:solidFill>
              </a:defRPr>
            </a:lvl3pPr>
            <a:lvl4pPr>
              <a:spcBef>
                <a:spcPts val="1800"/>
              </a:spcBef>
              <a:defRPr>
                <a:solidFill>
                  <a:schemeClr val="bg1"/>
                </a:solidFill>
              </a:defRPr>
            </a:lvl4pPr>
            <a:lvl5pPr>
              <a:spcBef>
                <a:spcPts val="1800"/>
              </a:spcBef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1" name="직사각형 29">
            <a:extLst>
              <a:ext uri="{FF2B5EF4-FFF2-40B4-BE49-F238E27FC236}">
                <a16:creationId xmlns:a16="http://schemas.microsoft.com/office/drawing/2014/main" id="{E9AA2D9A-7B25-40D6-8257-19248CB5E347}"/>
              </a:ext>
            </a:extLst>
          </p:cNvPr>
          <p:cNvSpPr/>
          <p:nvPr userDrawn="1"/>
        </p:nvSpPr>
        <p:spPr>
          <a:xfrm rot="16200000">
            <a:off x="11048509" y="4801380"/>
            <a:ext cx="92333" cy="2194648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29463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m Bil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B60E19B3-DB1D-4A98-B826-9F162DB2F5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7" name="직사각형 9">
            <a:extLst>
              <a:ext uri="{FF2B5EF4-FFF2-40B4-BE49-F238E27FC236}">
                <a16:creationId xmlns:a16="http://schemas.microsoft.com/office/drawing/2014/main" id="{BD566C09-647E-4ACC-8D10-D09DE907C985}"/>
              </a:ext>
            </a:extLst>
          </p:cNvPr>
          <p:cNvSpPr/>
          <p:nvPr userDrawn="1"/>
        </p:nvSpPr>
        <p:spPr>
          <a:xfrm>
            <a:off x="1470152" y="0"/>
            <a:ext cx="10721848" cy="6859485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03D6119-2C20-4845-9D62-1E4FA5787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3200" y="550800"/>
            <a:ext cx="8208000" cy="75860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D94A3068-F07E-4559-AEC8-CED839681EF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0726" y="247961"/>
            <a:ext cx="877206" cy="468000"/>
          </a:xfrm>
          <a:prstGeom prst="rect">
            <a:avLst/>
          </a:prstGeom>
        </p:spPr>
      </p:pic>
      <p:sp>
        <p:nvSpPr>
          <p:cNvPr id="15" name="직사각형 29">
            <a:extLst>
              <a:ext uri="{FF2B5EF4-FFF2-40B4-BE49-F238E27FC236}">
                <a16:creationId xmlns:a16="http://schemas.microsoft.com/office/drawing/2014/main" id="{24A6D723-DB32-4D5F-A115-111F3C206374}"/>
              </a:ext>
            </a:extLst>
          </p:cNvPr>
          <p:cNvSpPr/>
          <p:nvPr userDrawn="1"/>
        </p:nvSpPr>
        <p:spPr>
          <a:xfrm rot="16200000">
            <a:off x="11048509" y="4801380"/>
            <a:ext cx="92333" cy="2194648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ADC07C8A-2781-46BA-8AFD-734E957928C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796801" y="1988840"/>
            <a:ext cx="5061132" cy="3862212"/>
          </a:xfrm>
        </p:spPr>
        <p:txBody>
          <a:bodyPr>
            <a:noAutofit/>
          </a:bodyPr>
          <a:lstStyle>
            <a:lvl1pPr>
              <a:spcBef>
                <a:spcPts val="1800"/>
              </a:spcBef>
              <a:defRPr>
                <a:solidFill>
                  <a:schemeClr val="bg1"/>
                </a:solidFill>
              </a:defRPr>
            </a:lvl1pPr>
            <a:lvl2pPr>
              <a:spcBef>
                <a:spcPts val="1800"/>
              </a:spcBef>
              <a:defRPr>
                <a:solidFill>
                  <a:schemeClr val="bg1"/>
                </a:solidFill>
              </a:defRPr>
            </a:lvl2pPr>
            <a:lvl3pPr>
              <a:spcBef>
                <a:spcPts val="1800"/>
              </a:spcBef>
              <a:defRPr>
                <a:solidFill>
                  <a:schemeClr val="bg1"/>
                </a:solidFill>
              </a:defRPr>
            </a:lvl3pPr>
            <a:lvl4pPr>
              <a:spcBef>
                <a:spcPts val="1800"/>
              </a:spcBef>
              <a:defRPr>
                <a:solidFill>
                  <a:schemeClr val="bg1"/>
                </a:solidFill>
              </a:defRPr>
            </a:lvl4pPr>
            <a:lvl5pPr>
              <a:spcBef>
                <a:spcPts val="1800"/>
              </a:spcBef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D49F10C-A40C-4A74-A6F5-51F4BB415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157C475B-4147-4512-8D1A-9C8B1F3E3AF7}"/>
              </a:ext>
            </a:extLst>
          </p:cNvPr>
          <p:cNvSpPr/>
          <p:nvPr userDrawn="1"/>
        </p:nvSpPr>
        <p:spPr bwMode="auto">
          <a:xfrm>
            <a:off x="0" y="-1485"/>
            <a:ext cx="1455676" cy="6856515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pic>
        <p:nvPicPr>
          <p:cNvPr id="9" name="그림 6">
            <a:extLst>
              <a:ext uri="{FF2B5EF4-FFF2-40B4-BE49-F238E27FC236}">
                <a16:creationId xmlns:a16="http://schemas.microsoft.com/office/drawing/2014/main" id="{3130A050-6321-4FF7-B5EE-97C7591E4A0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3450" y="1634113"/>
            <a:ext cx="5162550" cy="3989823"/>
          </a:xfrm>
          <a:prstGeom prst="rect">
            <a:avLst/>
          </a:prstGeom>
        </p:spPr>
      </p:pic>
      <p:sp>
        <p:nvSpPr>
          <p:cNvPr id="20" name="Inhaltsplatzhalter 19">
            <a:extLst>
              <a:ext uri="{FF2B5EF4-FFF2-40B4-BE49-F238E27FC236}">
                <a16:creationId xmlns:a16="http://schemas.microsoft.com/office/drawing/2014/main" id="{BA98B2F5-F273-485E-A183-E868B3F0E8E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71465" y="1988840"/>
            <a:ext cx="4437608" cy="239721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8E439BB-3911-45E4-BD58-549FDA916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D4078B34-1100-4057-AC85-2D835B7BBC46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3A875EE-1263-468A-A5D6-A301CA518B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312510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m Bild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BAFD88DC-AC65-4CBB-B9FB-A0D3B9B206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4562475" cy="6858000"/>
          </a:xfrm>
          <a:prstGeom prst="rect">
            <a:avLst/>
          </a:prstGeom>
        </p:spPr>
      </p:pic>
      <p:sp>
        <p:nvSpPr>
          <p:cNvPr id="7" name="Textplatzhalter 6">
            <a:extLst>
              <a:ext uri="{FF2B5EF4-FFF2-40B4-BE49-F238E27FC236}">
                <a16:creationId xmlns:a16="http://schemas.microsoft.com/office/drawing/2014/main" id="{1D265402-7274-423F-A6A6-FCAE30131F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796800" y="1800000"/>
            <a:ext cx="4934468" cy="887768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29B64221-5964-4954-8741-03DE8E749AA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796800" y="2988000"/>
            <a:ext cx="4934468" cy="3288191"/>
          </a:xfrm>
        </p:spPr>
        <p:txBody>
          <a:bodyPr/>
          <a:lstStyle>
            <a:lvl1pPr marL="342900" indent="-342900">
              <a:spcBef>
                <a:spcPts val="1800"/>
              </a:spcBef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직사각형 9">
            <a:extLst>
              <a:ext uri="{FF2B5EF4-FFF2-40B4-BE49-F238E27FC236}">
                <a16:creationId xmlns:a16="http://schemas.microsoft.com/office/drawing/2014/main" id="{1760561E-CA7F-4FEC-8046-A24B9A265558}"/>
              </a:ext>
            </a:extLst>
          </p:cNvPr>
          <p:cNvSpPr/>
          <p:nvPr userDrawn="1"/>
        </p:nvSpPr>
        <p:spPr>
          <a:xfrm>
            <a:off x="0" y="-2"/>
            <a:ext cx="4558733" cy="6858000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4FA0AA6-E4B4-42BB-8D8A-C4B13E4CA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359" y="5102296"/>
            <a:ext cx="3743417" cy="75860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23" name="Bildplatzhalter 15">
            <a:extLst>
              <a:ext uri="{FF2B5EF4-FFF2-40B4-BE49-F238E27FC236}">
                <a16:creationId xmlns:a16="http://schemas.microsoft.com/office/drawing/2014/main" id="{6F14F2D3-596A-4987-8910-C20C1456D1F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453549" y="2398449"/>
            <a:ext cx="2880000" cy="2160000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10E2E90-2EC8-41CE-8896-4D223DD7910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6774" y="901038"/>
            <a:ext cx="2880000" cy="2160000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3" name="직사각형 42">
            <a:extLst>
              <a:ext uri="{FF2B5EF4-FFF2-40B4-BE49-F238E27FC236}">
                <a16:creationId xmlns:a16="http://schemas.microsoft.com/office/drawing/2014/main" id="{ACBBE4B1-C868-4AB0-80CF-8F4D93F2F62A}"/>
              </a:ext>
            </a:extLst>
          </p:cNvPr>
          <p:cNvSpPr/>
          <p:nvPr userDrawn="1"/>
        </p:nvSpPr>
        <p:spPr>
          <a:xfrm>
            <a:off x="1466849" y="-1"/>
            <a:ext cx="72000" cy="1777397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2E292BF-5545-48C4-8C98-C650E514C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62E99009-138A-4843-A2F8-8E923EF61B41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D95EC88-BDB9-429B-B39A-530DAB739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852E32C-1ED5-410F-B1C6-00C5C245E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178824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mit Bild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DF9751FC-882A-4DCD-9D7C-C1065F7D6E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3248025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561C1F4-F658-4772-ADA0-69974A91D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BAB53D6C-4676-4A04-907A-7B3E00E1C1AD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3DED6F8-1407-495E-9932-48F65FB80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C32D17C-AB86-48EF-A76F-082ED511D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1" name="Inhaltsplatzhalter 10">
            <a:extLst>
              <a:ext uri="{FF2B5EF4-FFF2-40B4-BE49-F238E27FC236}">
                <a16:creationId xmlns:a16="http://schemas.microsoft.com/office/drawing/2014/main" id="{25F06E3B-296A-4706-8ED0-C24991360C8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9843" y="3593383"/>
            <a:ext cx="6009696" cy="2759792"/>
          </a:xfrm>
          <a:effectLst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2" name="직사각형 29">
            <a:extLst>
              <a:ext uri="{FF2B5EF4-FFF2-40B4-BE49-F238E27FC236}">
                <a16:creationId xmlns:a16="http://schemas.microsoft.com/office/drawing/2014/main" id="{754CAD5A-0D70-4AA0-96D3-9E7919D19CA9}"/>
              </a:ext>
            </a:extLst>
          </p:cNvPr>
          <p:cNvSpPr/>
          <p:nvPr userDrawn="1"/>
        </p:nvSpPr>
        <p:spPr>
          <a:xfrm rot="16200000">
            <a:off x="11044239" y="4780973"/>
            <a:ext cx="76198" cy="2219328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C896C52-8314-4A6C-A2D5-066BF61F9D48}"/>
              </a:ext>
            </a:extLst>
          </p:cNvPr>
          <p:cNvSpPr/>
          <p:nvPr userDrawn="1"/>
        </p:nvSpPr>
        <p:spPr bwMode="auto">
          <a:xfrm>
            <a:off x="0" y="0"/>
            <a:ext cx="12192000" cy="3249388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FBFA4E9-4DF3-4762-8D46-B3DA62F72C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842" y="1332000"/>
            <a:ext cx="5617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A767E3E-6277-4BFD-9A6D-79C19762C2B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4816" y="267192"/>
            <a:ext cx="875727" cy="468000"/>
          </a:xfrm>
          <a:prstGeom prst="rect">
            <a:avLst/>
          </a:prstGeom>
        </p:spPr>
      </p:pic>
      <p:sp>
        <p:nvSpPr>
          <p:cNvPr id="9" name="Bildplatzhalter 8">
            <a:extLst>
              <a:ext uri="{FF2B5EF4-FFF2-40B4-BE49-F238E27FC236}">
                <a16:creationId xmlns:a16="http://schemas.microsoft.com/office/drawing/2014/main" id="{77EF8B91-9481-47D4-859C-1301FC08187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29571" y="1332000"/>
            <a:ext cx="3600000" cy="3600000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259649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hellem Hintergrun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fik 11">
            <a:extLst>
              <a:ext uri="{FF2B5EF4-FFF2-40B4-BE49-F238E27FC236}">
                <a16:creationId xmlns:a16="http://schemas.microsoft.com/office/drawing/2014/main" id="{E6042AD0-6F1E-4392-A0E4-87E2A89AE9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16C6A9FD-D632-400C-82E3-2476A8D6A7B9}"/>
              </a:ext>
            </a:extLst>
          </p:cNvPr>
          <p:cNvSpPr/>
          <p:nvPr userDrawn="1"/>
        </p:nvSpPr>
        <p:spPr bwMode="auto">
          <a:xfrm>
            <a:off x="0" y="1485"/>
            <a:ext cx="12192000" cy="6856515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660CF372-A9FF-4063-BD75-1B4893B4290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1946" y="248218"/>
            <a:ext cx="874765" cy="467485"/>
          </a:xfrm>
          <a:prstGeom prst="rect">
            <a:avLst/>
          </a:prstGeom>
        </p:spPr>
      </p:pic>
      <p:sp>
        <p:nvSpPr>
          <p:cNvPr id="9" name="직사각형 29">
            <a:extLst>
              <a:ext uri="{FF2B5EF4-FFF2-40B4-BE49-F238E27FC236}">
                <a16:creationId xmlns:a16="http://schemas.microsoft.com/office/drawing/2014/main" id="{1AC46863-1A1C-479F-9D5D-A3280B8DEE2F}"/>
              </a:ext>
            </a:extLst>
          </p:cNvPr>
          <p:cNvSpPr/>
          <p:nvPr userDrawn="1"/>
        </p:nvSpPr>
        <p:spPr>
          <a:xfrm rot="16200000">
            <a:off x="11044239" y="4780973"/>
            <a:ext cx="76198" cy="2219328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4" name="Inhaltsplatzhalter 6">
            <a:extLst>
              <a:ext uri="{FF2B5EF4-FFF2-40B4-BE49-F238E27FC236}">
                <a16:creationId xmlns:a16="http://schemas.microsoft.com/office/drawing/2014/main" id="{52FCA77A-7C15-4DD3-AF3F-C59D75D3FD8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573200"/>
            <a:ext cx="9935301" cy="40873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041B1162-D4A9-483A-8AC5-A848A37F6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550800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3DBE496-ACBA-48BA-815C-20A7E9731BE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9842" y="6561601"/>
            <a:ext cx="1316871" cy="92333"/>
          </a:xfrm>
        </p:spPr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0B8A382A-7EAA-4F63-8582-9328F93E5971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E66204C-19A0-48CB-AB55-1249C1D2D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26400D5-2EF6-4B85-8039-B06EC41B2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7977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ndard m hellem Hintergrun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6B264261-8098-44EE-BE27-100B56A5A4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16C6A9FD-D632-400C-82E3-2476A8D6A7B9}"/>
              </a:ext>
            </a:extLst>
          </p:cNvPr>
          <p:cNvSpPr/>
          <p:nvPr userDrawn="1"/>
        </p:nvSpPr>
        <p:spPr bwMode="auto">
          <a:xfrm>
            <a:off x="0" y="0"/>
            <a:ext cx="12197644" cy="6856515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660CF372-A9FF-4063-BD75-1B4893B4290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1946" y="248218"/>
            <a:ext cx="874765" cy="467485"/>
          </a:xfrm>
          <a:prstGeom prst="rect">
            <a:avLst/>
          </a:prstGeom>
        </p:spPr>
      </p:pic>
      <p:sp>
        <p:nvSpPr>
          <p:cNvPr id="14" name="Inhaltsplatzhalter 6">
            <a:extLst>
              <a:ext uri="{FF2B5EF4-FFF2-40B4-BE49-F238E27FC236}">
                <a16:creationId xmlns:a16="http://schemas.microsoft.com/office/drawing/2014/main" id="{52FCA77A-7C15-4DD3-AF3F-C59D75D3FD8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573200"/>
            <a:ext cx="9935301" cy="40873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041B1162-D4A9-483A-8AC5-A848A37F6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550800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3DBE496-ACBA-48BA-815C-20A7E9731BE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9842" y="6561601"/>
            <a:ext cx="1316871" cy="92333"/>
          </a:xfrm>
        </p:spPr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0C9F6CE3-EA10-4BD8-B1B5-D51137E37B62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E66204C-19A0-48CB-AB55-1249C1D2D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26400D5-2EF6-4B85-8039-B06EC41B2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632513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dunklem Hintergrun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1BB9B31B-6097-4BA6-8A91-D685B92D3F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직사각형 9">
            <a:extLst>
              <a:ext uri="{FF2B5EF4-FFF2-40B4-BE49-F238E27FC236}">
                <a16:creationId xmlns:a16="http://schemas.microsoft.com/office/drawing/2014/main" id="{F7C827BE-AF39-4A1D-9642-56F24304358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40000"/>
                  <a:lumOff val="60000"/>
                </a:schemeClr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1A3B39B-8395-4E04-B1B3-4FDDE4546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3200" y="550800"/>
            <a:ext cx="8494464" cy="75860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04B9A65-6A5D-4DF8-9D81-002587139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C54686FD-27CA-4264-A447-00CC3C9742ED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E924373-4487-482D-91A5-8363CB954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AA01591-D746-400A-820F-5810556D3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6CEC344-7202-4BB2-A6FF-78C0E689E54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0726" y="247961"/>
            <a:ext cx="877206" cy="468000"/>
          </a:xfrm>
          <a:prstGeom prst="rect">
            <a:avLst/>
          </a:prstGeom>
        </p:spPr>
      </p:pic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0B63CAE-8015-49D5-B9FE-A4523D4913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931046"/>
            <a:ext cx="11178596" cy="442689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2" name="직사각형 29">
            <a:extLst>
              <a:ext uri="{FF2B5EF4-FFF2-40B4-BE49-F238E27FC236}">
                <a16:creationId xmlns:a16="http://schemas.microsoft.com/office/drawing/2014/main" id="{4810C4CF-3C1C-4670-928C-94E257CDC1FB}"/>
              </a:ext>
            </a:extLst>
          </p:cNvPr>
          <p:cNvSpPr/>
          <p:nvPr userDrawn="1"/>
        </p:nvSpPr>
        <p:spPr>
          <a:xfrm rot="16200000">
            <a:off x="11044239" y="4780973"/>
            <a:ext cx="76198" cy="2219328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5" name="직사각형 42">
            <a:extLst>
              <a:ext uri="{FF2B5EF4-FFF2-40B4-BE49-F238E27FC236}">
                <a16:creationId xmlns:a16="http://schemas.microsoft.com/office/drawing/2014/main" id="{A852A7DA-03D3-49CF-9E79-95EC1764F627}"/>
              </a:ext>
            </a:extLst>
          </p:cNvPr>
          <p:cNvSpPr/>
          <p:nvPr userDrawn="1"/>
        </p:nvSpPr>
        <p:spPr>
          <a:xfrm>
            <a:off x="1466849" y="-1"/>
            <a:ext cx="72000" cy="1777397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29272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dunklem Hintergrun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7A2D6A2E-B159-428A-BC60-8C788E7A9B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직사각형 9">
            <a:extLst>
              <a:ext uri="{FF2B5EF4-FFF2-40B4-BE49-F238E27FC236}">
                <a16:creationId xmlns:a16="http://schemas.microsoft.com/office/drawing/2014/main" id="{F7C827BE-AF39-4A1D-9642-56F243043586}"/>
              </a:ext>
            </a:extLst>
          </p:cNvPr>
          <p:cNvSpPr/>
          <p:nvPr userDrawn="1"/>
        </p:nvSpPr>
        <p:spPr>
          <a:xfrm>
            <a:off x="0" y="0"/>
            <a:ext cx="12192000" cy="6875537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D63DC52-6BC7-4CAC-8D4B-A4D3FCE98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550800"/>
            <a:ext cx="9930474" cy="75860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6CEC344-7202-4BB2-A6FF-78C0E689E54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0726" y="247961"/>
            <a:ext cx="877206" cy="468000"/>
          </a:xfrm>
          <a:prstGeom prst="rect">
            <a:avLst/>
          </a:prstGeom>
        </p:spPr>
      </p:pic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0B63CAE-8015-49D5-B9FE-A4523D4913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573200"/>
            <a:ext cx="11178596" cy="442689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E924373-4487-482D-91A5-8363CB954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04B9A65-6A5D-4DF8-9D81-002587139B7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9840" y="6561601"/>
            <a:ext cx="1316873" cy="92333"/>
          </a:xfrm>
        </p:spPr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3D965A5E-C463-4E85-9592-0F17DD732390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AA01591-D746-400A-820F-5810556D3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452793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schmalem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C217F0BD-E9E4-4FBC-BBF0-4C681AA6E80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1314450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CDD80A-EF7E-460F-9BE5-FDB0089AA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3749F-693F-4A8B-AD1F-042F2F274E90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0C502C-61DA-4582-9598-08697F236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Copyright 2023 • S&amp;N Invent GmbH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D5FA51-9A63-4B84-9E5C-8083124E0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65807EB-1442-4D98-AC94-DC11E8C51A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573200"/>
            <a:ext cx="11263461" cy="46621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직사각형 29">
            <a:extLst>
              <a:ext uri="{FF2B5EF4-FFF2-40B4-BE49-F238E27FC236}">
                <a16:creationId xmlns:a16="http://schemas.microsoft.com/office/drawing/2014/main" id="{007C7E90-23BD-4B9C-8B65-11AF0090A69F}"/>
              </a:ext>
            </a:extLst>
          </p:cNvPr>
          <p:cNvSpPr/>
          <p:nvPr userDrawn="1"/>
        </p:nvSpPr>
        <p:spPr>
          <a:xfrm rot="16200000">
            <a:off x="11044239" y="4780973"/>
            <a:ext cx="76198" cy="2219328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2E54C1B-77DD-4C6A-90FC-A14A7BC7A453}"/>
              </a:ext>
            </a:extLst>
          </p:cNvPr>
          <p:cNvSpPr/>
          <p:nvPr userDrawn="1"/>
        </p:nvSpPr>
        <p:spPr bwMode="auto">
          <a:xfrm>
            <a:off x="0" y="0"/>
            <a:ext cx="12192000" cy="1314451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BAEF0F3-B06F-4583-A444-5ACBD9B0E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295200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EA3E4F9-B7A3-400D-9751-9375EADDD00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47129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schmalem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CDABF603-EA75-4497-8F1C-79042BBABC9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1314450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D5FA51-9A63-4B84-9E5C-8083124E0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65807EB-1442-4D98-AC94-DC11E8C51A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573200"/>
            <a:ext cx="11263461" cy="46621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0D1515B-E547-4CF3-BC63-773925ADE09C}"/>
              </a:ext>
            </a:extLst>
          </p:cNvPr>
          <p:cNvSpPr/>
          <p:nvPr userDrawn="1"/>
        </p:nvSpPr>
        <p:spPr bwMode="auto">
          <a:xfrm>
            <a:off x="0" y="533"/>
            <a:ext cx="12192000" cy="1313384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BAEF0F3-B06F-4583-A444-5ACBD9B0E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295922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EA3E4F9-B7A3-400D-9751-9375EADDD00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CDD80A-EF7E-460F-9BE5-FDB0089AA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0130C-7944-4BC2-9A97-BBE6081083DB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0C502C-61DA-4582-9598-08697F236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585730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transparentem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AEF0F3-B06F-4583-A444-5ACBD9B0E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550800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D5FA51-9A63-4B84-9E5C-8083124E0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65807EB-1442-4D98-AC94-DC11E8C51A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645920"/>
            <a:ext cx="11263461" cy="46621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EA3E4F9-B7A3-400D-9751-9375EADDD00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CDD80A-EF7E-460F-9BE5-FDB0089AA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FB94A-3D39-4929-B688-1FEC69F38511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0C502C-61DA-4582-9598-08697F236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2662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linkem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C1342303-2F83-4BAB-B409-C651F8AFEA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3333750" cy="68580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E4AF481A-212F-49B7-B703-4C74012B913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FAF402D-4AEF-4721-AC7F-B6B7BA0AD4D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21876" y="980728"/>
            <a:ext cx="7834312" cy="537721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AF97B1D-8202-4F30-BB78-1229D0CC9CB6}"/>
              </a:ext>
            </a:extLst>
          </p:cNvPr>
          <p:cNvSpPr/>
          <p:nvPr userDrawn="1"/>
        </p:nvSpPr>
        <p:spPr bwMode="auto">
          <a:xfrm>
            <a:off x="0" y="-2"/>
            <a:ext cx="3334269" cy="6858002"/>
          </a:xfrm>
          <a:prstGeom prst="rect">
            <a:avLst/>
          </a:prstGeom>
          <a:solidFill>
            <a:srgbClr val="FFFFFF">
              <a:alpha val="65098"/>
            </a:srgb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33FE398-9985-438E-B744-DE4E93896F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84" y="2670390"/>
            <a:ext cx="2400330" cy="1777397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1" name="직사각형 42">
            <a:extLst>
              <a:ext uri="{FF2B5EF4-FFF2-40B4-BE49-F238E27FC236}">
                <a16:creationId xmlns:a16="http://schemas.microsoft.com/office/drawing/2014/main" id="{6F5E4364-492C-4BC8-B04A-A184671675F1}"/>
              </a:ext>
            </a:extLst>
          </p:cNvPr>
          <p:cNvSpPr/>
          <p:nvPr userDrawn="1"/>
        </p:nvSpPr>
        <p:spPr>
          <a:xfrm>
            <a:off x="1466849" y="-1"/>
            <a:ext cx="72000" cy="1777397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B9AAEBA-B76D-4DB5-AD05-7FA017B22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36E3A23-F7E2-4E20-9B13-5DE4F6CD0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0CCA0-3537-474F-AE4F-50DB31F53970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B9D330-5DB7-44F3-8418-82D1DEF4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366256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linkem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3E4AB44B-2E9C-413B-80A8-BA2FF2B0986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3333750" cy="68580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E4AF481A-212F-49B7-B703-4C74012B913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FAF402D-4AEF-4721-AC7F-B6B7BA0AD4D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21876" y="979200"/>
            <a:ext cx="7834312" cy="537833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126DE14-CE8A-4B9E-8F75-E6341859FAA0}"/>
              </a:ext>
            </a:extLst>
          </p:cNvPr>
          <p:cNvSpPr/>
          <p:nvPr userDrawn="1"/>
        </p:nvSpPr>
        <p:spPr bwMode="auto">
          <a:xfrm>
            <a:off x="0" y="0"/>
            <a:ext cx="3334269" cy="6858002"/>
          </a:xfrm>
          <a:prstGeom prst="rect">
            <a:avLst/>
          </a:prstGeom>
          <a:solidFill>
            <a:srgbClr val="FFFFFF">
              <a:alpha val="65098"/>
            </a:srgb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8FC07060-3DE1-4C55-B7B8-497394350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84" y="2670390"/>
            <a:ext cx="2400330" cy="1777397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B9AAEBA-B76D-4DB5-AD05-7FA017B22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36E3A23-F7E2-4E20-9B13-5DE4F6CD0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2196F416-5FE8-4978-BB70-45A780668996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B9D330-5DB7-44F3-8418-82D1DEF4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657708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genüberstellung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30880033-78A3-4B62-99EC-F6160D35D7E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76737" y="0"/>
            <a:ext cx="3438525" cy="6858000"/>
          </a:xfrm>
          <a:prstGeom prst="rect">
            <a:avLst/>
          </a:prstGeom>
        </p:spPr>
      </p:pic>
      <p:sp>
        <p:nvSpPr>
          <p:cNvPr id="16" name="직사각형 9">
            <a:extLst>
              <a:ext uri="{FF2B5EF4-FFF2-40B4-BE49-F238E27FC236}">
                <a16:creationId xmlns:a16="http://schemas.microsoft.com/office/drawing/2014/main" id="{492DA4D8-B9BE-4D66-9EA5-93228D7A0C19}"/>
              </a:ext>
            </a:extLst>
          </p:cNvPr>
          <p:cNvSpPr/>
          <p:nvPr userDrawn="1"/>
        </p:nvSpPr>
        <p:spPr>
          <a:xfrm>
            <a:off x="4377600" y="0"/>
            <a:ext cx="3438000" cy="6874130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B2C2AD63-7F0D-402F-9A88-960D9F19C9B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9263" y="1270661"/>
            <a:ext cx="3586162" cy="50872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DD643B95-D889-40DC-B1ED-1FF1F2F4A46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21983" y="1270800"/>
            <a:ext cx="3586162" cy="50872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1" name="직사각형 42">
            <a:extLst>
              <a:ext uri="{FF2B5EF4-FFF2-40B4-BE49-F238E27FC236}">
                <a16:creationId xmlns:a16="http://schemas.microsoft.com/office/drawing/2014/main" id="{70B74706-AB49-492A-BC36-3F663077B1B0}"/>
              </a:ext>
            </a:extLst>
          </p:cNvPr>
          <p:cNvSpPr/>
          <p:nvPr userDrawn="1"/>
        </p:nvSpPr>
        <p:spPr>
          <a:xfrm>
            <a:off x="5356035" y="-1"/>
            <a:ext cx="72000" cy="1777397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11929EA-5C63-4121-9585-04CDC0787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1328" y="2220686"/>
            <a:ext cx="2809504" cy="2641402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F3D99B-062B-41A5-B7F4-17AE3F3EE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CB7FF03-4672-4E12-9024-A99BB7262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897A5482-8DD3-4A2F-8052-E4D73B7FB815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B7B2A02-275A-4102-8F96-EE3EE9890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3553628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genüberstellung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EECC844D-DDE0-4B07-997C-EF525B98E93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76737" y="0"/>
            <a:ext cx="3438525" cy="6858000"/>
          </a:xfrm>
          <a:prstGeom prst="rect">
            <a:avLst/>
          </a:prstGeom>
        </p:spPr>
      </p:pic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B2C2AD63-7F0D-402F-9A88-960D9F19C9B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9263" y="1270661"/>
            <a:ext cx="3586162" cy="50872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DD643B95-D889-40DC-B1ED-1FF1F2F4A46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21983" y="1270800"/>
            <a:ext cx="3586162" cy="50872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1" name="직사각형 9">
            <a:extLst>
              <a:ext uri="{FF2B5EF4-FFF2-40B4-BE49-F238E27FC236}">
                <a16:creationId xmlns:a16="http://schemas.microsoft.com/office/drawing/2014/main" id="{928AF8C2-55C4-45B1-AB57-417FAF189EC2}"/>
              </a:ext>
            </a:extLst>
          </p:cNvPr>
          <p:cNvSpPr/>
          <p:nvPr userDrawn="1"/>
        </p:nvSpPr>
        <p:spPr>
          <a:xfrm>
            <a:off x="4377600" y="0"/>
            <a:ext cx="3438000" cy="6882618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4" name="Titel 1">
            <a:extLst>
              <a:ext uri="{FF2B5EF4-FFF2-40B4-BE49-F238E27FC236}">
                <a16:creationId xmlns:a16="http://schemas.microsoft.com/office/drawing/2014/main" id="{D43DDC82-EC3C-47DA-820B-74F8F044D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1328" y="2220686"/>
            <a:ext cx="2809504" cy="2641402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CB7FF03-4672-4E12-9024-A99BB7262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2811867F-6609-430E-8E46-93FA078043F9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B7B2A02-275A-4102-8F96-EE3EE9890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F3D99B-062B-41A5-B7F4-17AE3F3EE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4338527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genüberstellung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8D46357E-50FD-4446-8C24-E528F341440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1314450"/>
          </a:xfrm>
          <a:prstGeom prst="rect">
            <a:avLst/>
          </a:prstGeom>
        </p:spPr>
      </p:pic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65807EB-1442-4D98-AC94-DC11E8C51A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645920"/>
            <a:ext cx="5251145" cy="46621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46F97871-D457-4A59-9BDF-91DA9F229C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057" y="1645920"/>
            <a:ext cx="5280002" cy="4662156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106D4A16-4674-41A8-83FD-3329A35D15D8}"/>
              </a:ext>
            </a:extLst>
          </p:cNvPr>
          <p:cNvSpPr/>
          <p:nvPr userDrawn="1"/>
        </p:nvSpPr>
        <p:spPr bwMode="auto">
          <a:xfrm>
            <a:off x="0" y="0"/>
            <a:ext cx="12192000" cy="1314000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BAEF0F3-B06F-4583-A444-5ACBD9B0E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295922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EA3E4F9-B7A3-400D-9751-9375EADDD00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D5FA51-9A63-4B84-9E5C-8083124E0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CDD80A-EF7E-460F-9BE5-FDB0089AA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16E7EE-D71F-4813-B3C4-79CC1FDB86FD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0C502C-61DA-4582-9598-08697F236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6497662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genüberstellung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BAE4EE15-0947-442C-8518-A9F0115E3B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1314450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D5FA51-9A63-4B84-9E5C-8083124E0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65807EB-1442-4D98-AC94-DC11E8C51A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645920"/>
            <a:ext cx="5251145" cy="46621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46F97871-D457-4A59-9BDF-91DA9F229C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057" y="1645920"/>
            <a:ext cx="5280002" cy="466215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A92801A-88DC-40E0-8160-4F5AA52190EB}"/>
              </a:ext>
            </a:extLst>
          </p:cNvPr>
          <p:cNvSpPr/>
          <p:nvPr userDrawn="1"/>
        </p:nvSpPr>
        <p:spPr bwMode="auto">
          <a:xfrm>
            <a:off x="0" y="0"/>
            <a:ext cx="12216680" cy="1324742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BAEF0F3-B06F-4583-A444-5ACBD9B0E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295922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EA3E4F9-B7A3-400D-9751-9375EADDD00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CDD80A-EF7E-460F-9BE5-FDB0089AA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35FD0-6D1F-4C20-8240-E620B4515DA4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0C502C-61DA-4582-9598-08697F236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964952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A2D05439-73B5-45D6-9D7D-522DD1BB0C0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직사각형 24">
            <a:extLst>
              <a:ext uri="{FF2B5EF4-FFF2-40B4-BE49-F238E27FC236}">
                <a16:creationId xmlns:a16="http://schemas.microsoft.com/office/drawing/2014/main" id="{2CAE310F-FFD5-4E5D-A6A1-67DFB90B3202}"/>
              </a:ext>
            </a:extLst>
          </p:cNvPr>
          <p:cNvSpPr/>
          <p:nvPr userDrawn="1"/>
        </p:nvSpPr>
        <p:spPr>
          <a:xfrm>
            <a:off x="0" y="984294"/>
            <a:ext cx="12199157" cy="5873706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2" name="직사각형 25">
            <a:extLst>
              <a:ext uri="{FF2B5EF4-FFF2-40B4-BE49-F238E27FC236}">
                <a16:creationId xmlns:a16="http://schemas.microsoft.com/office/drawing/2014/main" id="{138B8EF8-F91A-4AF1-919E-74177EF86C72}"/>
              </a:ext>
            </a:extLst>
          </p:cNvPr>
          <p:cNvSpPr/>
          <p:nvPr userDrawn="1"/>
        </p:nvSpPr>
        <p:spPr>
          <a:xfrm flipV="1">
            <a:off x="1466849" y="5080603"/>
            <a:ext cx="76200" cy="1777397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D8D4950-AC26-4CFA-8715-C72372D2F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4949" y="2507291"/>
            <a:ext cx="9935301" cy="758609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06359955-1DD6-4E97-9733-122377CF2D0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7611" y="5601455"/>
            <a:ext cx="877205" cy="468000"/>
          </a:xfrm>
          <a:prstGeom prst="rect">
            <a:avLst/>
          </a:prstGeom>
        </p:spPr>
      </p:pic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3C651944-6226-4C5E-A8E1-4676890AC2F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72850" y="5079815"/>
            <a:ext cx="3909991" cy="1345376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&lt;Name&gt; </a:t>
            </a:r>
            <a:br>
              <a:rPr lang="de-DE" dirty="0"/>
            </a:br>
            <a:r>
              <a:rPr lang="de-DE" dirty="0"/>
              <a:t>&lt;Email&gt; </a:t>
            </a:r>
            <a:br>
              <a:rPr lang="de-DE" dirty="0"/>
            </a:br>
            <a:r>
              <a:rPr lang="de-DE" dirty="0"/>
              <a:t>&lt;Telefon&gt;</a:t>
            </a:r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B525FCB8-91BF-4F43-9717-3F37621DC1D6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129801" y="5080602"/>
            <a:ext cx="1153695" cy="1444741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200"/>
            </a:lvl1pPr>
          </a:lstStyle>
          <a:p>
            <a:r>
              <a:rPr lang="de-DE" sz="1200" dirty="0"/>
              <a:t>Passfoto hinzufügen</a:t>
            </a:r>
            <a:endParaRPr lang="de-DE" dirty="0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490055A6-D799-4F13-A77F-3B0B5FED3F25}"/>
              </a:ext>
            </a:extLst>
          </p:cNvPr>
          <p:cNvSpPr/>
          <p:nvPr userDrawn="1"/>
        </p:nvSpPr>
        <p:spPr bwMode="auto">
          <a:xfrm>
            <a:off x="0" y="0"/>
            <a:ext cx="12193200" cy="989440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3" name="직사각형 28">
            <a:extLst>
              <a:ext uri="{FF2B5EF4-FFF2-40B4-BE49-F238E27FC236}">
                <a16:creationId xmlns:a16="http://schemas.microsoft.com/office/drawing/2014/main" id="{FD02C1A7-5C0B-4EF1-AEAB-9C42CDB3E5AE}"/>
              </a:ext>
            </a:extLst>
          </p:cNvPr>
          <p:cNvSpPr/>
          <p:nvPr userDrawn="1"/>
        </p:nvSpPr>
        <p:spPr>
          <a:xfrm flipV="1">
            <a:off x="10991418" y="-1"/>
            <a:ext cx="76200" cy="1800000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9D62D63-9427-4400-9E79-BA4AB84BF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252CEBD-9B68-4EF3-BFC7-D117D3774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018207A-13E2-4DB4-8B1F-22A46F43B8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B8A3C1FD-6FBC-40B2-88F5-F3E61E8EEBF0}" type="datetime1">
              <a:rPr lang="de-DE" smtClean="0"/>
              <a:t>12.06.2025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734296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1.wmf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platzhalter 2">
            <a:extLst>
              <a:ext uri="{FF2B5EF4-FFF2-40B4-BE49-F238E27FC236}">
                <a16:creationId xmlns:a16="http://schemas.microsoft.com/office/drawing/2014/main" id="{93235566-3324-4915-B2D9-504589C49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550800"/>
            <a:ext cx="9862616" cy="75860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2" name="Textplatzhalter 1">
            <a:extLst>
              <a:ext uri="{FF2B5EF4-FFF2-40B4-BE49-F238E27FC236}">
                <a16:creationId xmlns:a16="http://schemas.microsoft.com/office/drawing/2014/main" id="{243D64A8-4C93-4AEC-8AFD-EC89C17989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384" y="1571347"/>
            <a:ext cx="11190776" cy="46056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1" name="Datumsplatzhalter 3">
            <a:extLst>
              <a:ext uri="{FF2B5EF4-FFF2-40B4-BE49-F238E27FC236}">
                <a16:creationId xmlns:a16="http://schemas.microsoft.com/office/drawing/2014/main" id="{0CF94B0D-CF8E-4068-B089-CF57115390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49842" y="6561601"/>
            <a:ext cx="1316871" cy="9233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600" b="0">
                <a:solidFill>
                  <a:schemeClr val="tx1">
                    <a:lumMod val="40000"/>
                    <a:lumOff val="6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0B3ED860-F659-4DA4-A4D1-650787465D35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12" name="Fußzeilenplatzhalter 4">
            <a:extLst>
              <a:ext uri="{FF2B5EF4-FFF2-40B4-BE49-F238E27FC236}">
                <a16:creationId xmlns:a16="http://schemas.microsoft.com/office/drawing/2014/main" id="{D9631B08-C649-4EEF-9228-CF2A1E42ED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66713" y="6561601"/>
            <a:ext cx="8647289" cy="9233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600" b="0">
                <a:solidFill>
                  <a:schemeClr val="tx1">
                    <a:lumMod val="40000"/>
                    <a:lumOff val="6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13" name="Foliennummernplatzhalter 5">
            <a:extLst>
              <a:ext uri="{FF2B5EF4-FFF2-40B4-BE49-F238E27FC236}">
                <a16:creationId xmlns:a16="http://schemas.microsoft.com/office/drawing/2014/main" id="{4D705AA0-C045-45F4-AE2C-E5E9F5431F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14000" y="6561601"/>
            <a:ext cx="1328160" cy="9233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600" b="0">
                <a:solidFill>
                  <a:schemeClr val="tx1">
                    <a:lumMod val="40000"/>
                    <a:lumOff val="6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C7A0D8B-171E-4690-B80B-EB9FB63F3B20}"/>
              </a:ext>
            </a:extLst>
          </p:cNvPr>
          <p:cNvPicPr>
            <a:picLocks noChangeAspect="1"/>
          </p:cNvPicPr>
          <p:nvPr userDrawn="1"/>
        </p:nvPicPr>
        <p:blipFill>
          <a:blip r:embed="rId2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5200" y="266400"/>
            <a:ext cx="864866" cy="4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9963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9" r:id="rId2"/>
    <p:sldLayoutId id="2147483734" r:id="rId3"/>
    <p:sldLayoutId id="2147483735" r:id="rId4"/>
    <p:sldLayoutId id="2147483683" r:id="rId5"/>
    <p:sldLayoutId id="2147483681" r:id="rId6"/>
    <p:sldLayoutId id="2147483687" r:id="rId7"/>
    <p:sldLayoutId id="2147483684" r:id="rId8"/>
    <p:sldLayoutId id="2147483740" r:id="rId9"/>
    <p:sldLayoutId id="2147483685" r:id="rId10"/>
    <p:sldLayoutId id="2147483692" r:id="rId11"/>
    <p:sldLayoutId id="2147483686" r:id="rId12"/>
    <p:sldLayoutId id="2147483724" r:id="rId13"/>
    <p:sldLayoutId id="2147483723" r:id="rId14"/>
    <p:sldLayoutId id="2147483689" r:id="rId15"/>
    <p:sldLayoutId id="2147483696" r:id="rId16"/>
    <p:sldLayoutId id="2147483688" r:id="rId17"/>
    <p:sldLayoutId id="2147483695" r:id="rId18"/>
    <p:sldLayoutId id="2147483726" r:id="rId19"/>
    <p:sldLayoutId id="2147483725" r:id="rId20"/>
    <p:sldLayoutId id="2147483690" r:id="rId21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2800" b="1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ED9376D6-E6F4-40C5-A217-BD584856EA91}"/>
              </a:ext>
            </a:extLst>
          </p:cNvPr>
          <p:cNvSpPr/>
          <p:nvPr/>
        </p:nvSpPr>
        <p:spPr>
          <a:xfrm>
            <a:off x="4079776" y="1011316"/>
            <a:ext cx="422102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de-DE" sz="5400" b="1" cap="none" spc="0" dirty="0">
                <a:ln/>
                <a:pattFill prst="dkUpDiag">
                  <a:fgClr>
                    <a:schemeClr val="bg1">
                      <a:lumMod val="50000"/>
                    </a:schemeClr>
                  </a:fgClr>
                  <a:bgClr>
                    <a:schemeClr val="tx1">
                      <a:lumMod val="75000"/>
                      <a:lumOff val="25000"/>
                    </a:schemeClr>
                  </a:bgClr>
                </a:pattFill>
                <a:effectLst>
                  <a:outerShdw blurRad="38100" dist="19050" dir="2700000" algn="tl" rotWithShape="0">
                    <a:schemeClr val="dk1">
                      <a:lumMod val="50000"/>
                      <a:alpha val="40000"/>
                    </a:schemeClr>
                  </a:outerShdw>
                </a:effectLst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Coding Dojo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B8F5ECB1-F67A-474B-87C5-63C3375848F2}"/>
              </a:ext>
            </a:extLst>
          </p:cNvPr>
          <p:cNvSpPr/>
          <p:nvPr/>
        </p:nvSpPr>
        <p:spPr>
          <a:xfrm>
            <a:off x="4583832" y="2204864"/>
            <a:ext cx="355205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/>
              <a:t>Jan Lessner, S&amp;N Invent GmbH</a:t>
            </a:r>
          </a:p>
        </p:txBody>
      </p:sp>
      <p:pic>
        <p:nvPicPr>
          <p:cNvPr id="1028" name="Picture 4" descr="How to Run a Coding Dojo - Applied Frameworks">
            <a:extLst>
              <a:ext uri="{FF2B5EF4-FFF2-40B4-BE49-F238E27FC236}">
                <a16:creationId xmlns:a16="http://schemas.microsoft.com/office/drawing/2014/main" id="{9D8D80EA-F19E-4510-B74B-999F870101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4" y="3077281"/>
            <a:ext cx="12187256" cy="3780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7947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20FCAA93-C453-4B5D-B585-32470478D08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27848" y="3645024"/>
            <a:ext cx="5832648" cy="2160240"/>
          </a:xfrm>
        </p:spPr>
        <p:txBody>
          <a:bodyPr>
            <a:normAutofit/>
          </a:bodyPr>
          <a:lstStyle/>
          <a:p>
            <a:r>
              <a:rPr lang="de-DE" sz="2000" dirty="0"/>
              <a:t>Von Entwicklern für Entwickler</a:t>
            </a:r>
          </a:p>
          <a:p>
            <a:r>
              <a:rPr lang="de-DE" sz="2000" dirty="0"/>
              <a:t>Keine Beobachter, alle machen mit</a:t>
            </a:r>
          </a:p>
          <a:p>
            <a:r>
              <a:rPr lang="de-DE" sz="2000" dirty="0"/>
              <a:t>Eine Stunde gemeinsam Coden</a:t>
            </a:r>
          </a:p>
          <a:p>
            <a:r>
              <a:rPr lang="de-DE" sz="2000" dirty="0"/>
              <a:t>Andere Begriffe:</a:t>
            </a:r>
            <a:br>
              <a:rPr lang="de-DE" sz="2000" dirty="0"/>
            </a:br>
            <a:r>
              <a:rPr lang="de-DE" sz="2000" dirty="0"/>
              <a:t>Mob </a:t>
            </a:r>
            <a:r>
              <a:rPr lang="de-DE" sz="2000" dirty="0" err="1"/>
              <a:t>Programming</a:t>
            </a:r>
            <a:br>
              <a:rPr lang="de-DE" sz="2000" dirty="0"/>
            </a:br>
            <a:r>
              <a:rPr lang="de-DE" sz="2000" dirty="0"/>
              <a:t>Ensemble </a:t>
            </a:r>
            <a:r>
              <a:rPr lang="de-DE" sz="2000" dirty="0" err="1"/>
              <a:t>Programming</a:t>
            </a:r>
            <a:endParaRPr lang="de-DE" sz="200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1CA7654A-E538-4D78-9A8A-37D8DB254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ist ein Coding Dojo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CCFDC8D-A4FD-4BEA-8766-79E1063B1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F6CE3-EA10-4BD8-B1B5-D51137E37B62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A81F4CD-880E-467D-87C4-5F65C79D0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E69C1BE-9BC4-4193-9E7F-A52EEF0E0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2</a:t>
            </a:fld>
            <a:endParaRPr lang="de-DE" dirty="0"/>
          </a:p>
        </p:txBody>
      </p:sp>
      <p:pic>
        <p:nvPicPr>
          <p:cNvPr id="2050" name="Picture 2" descr="The Coding Dojo Handbook">
            <a:extLst>
              <a:ext uri="{FF2B5EF4-FFF2-40B4-BE49-F238E27FC236}">
                <a16:creationId xmlns:a16="http://schemas.microsoft.com/office/drawing/2014/main" id="{790EAB87-3A9D-4B3D-947F-7DF17AC1D8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3433" y="1927424"/>
            <a:ext cx="2478881" cy="3717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A5E2CA81-A11F-4420-A7CA-0C08E0E8AAE6}"/>
              </a:ext>
            </a:extLst>
          </p:cNvPr>
          <p:cNvSpPr txBox="1"/>
          <p:nvPr/>
        </p:nvSpPr>
        <p:spPr>
          <a:xfrm rot="21275242">
            <a:off x="4773236" y="1719578"/>
            <a:ext cx="503501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"A Coding Dojo is a meeting where a bunch of coders get together, code, learn, and have fun."</a:t>
            </a:r>
            <a:endParaRPr lang="de-DE" sz="2400" i="1" dirty="0">
              <a:latin typeface="Open Sans SemiBold" panose="020B0706030804020204" pitchFamily="34" charset="0"/>
              <a:ea typeface="Open Sans SemiBold" panose="020B0706030804020204" pitchFamily="34" charset="0"/>
              <a:cs typeface="Open Sans SemiBold" panose="020B0706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13995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E932A9F4-B3D5-4534-AAD4-679F466C2420}"/>
              </a:ext>
            </a:extLst>
          </p:cNvPr>
          <p:cNvSpPr/>
          <p:nvPr/>
        </p:nvSpPr>
        <p:spPr>
          <a:xfrm>
            <a:off x="449842" y="1556792"/>
            <a:ext cx="11292318" cy="3024336"/>
          </a:xfrm>
          <a:prstGeom prst="roundRect">
            <a:avLst>
              <a:gd name="adj" fmla="val 9636"/>
            </a:avLst>
          </a:prstGeom>
          <a:solidFill>
            <a:srgbClr val="54606D">
              <a:alpha val="63137"/>
            </a:srgb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1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20FCAA93-C453-4B5D-B585-32470478D08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207568" y="4957823"/>
            <a:ext cx="6912767" cy="1454276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Vorher bekanntgegeben</a:t>
            </a:r>
          </a:p>
          <a:p>
            <a:r>
              <a:rPr lang="de-DE" dirty="0"/>
              <a:t>Muss ggf. von jemandem </a:t>
            </a:r>
            <a:r>
              <a:rPr lang="de-DE" sz="2000" dirty="0"/>
              <a:t>vorbereitet</a:t>
            </a:r>
            <a:r>
              <a:rPr lang="de-DE" dirty="0"/>
              <a:t> werden</a:t>
            </a:r>
          </a:p>
          <a:p>
            <a:r>
              <a:rPr lang="de-DE" b="1" dirty="0"/>
              <a:t>Fokus heute: Programmieren mit KI-Assistenten</a:t>
            </a:r>
          </a:p>
          <a:p>
            <a:r>
              <a:rPr lang="de-DE" dirty="0"/>
              <a:t>D.h. inhaltliche Aufgabenstellung zweitrangig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1CA7654A-E538-4D78-9A8A-37D8DB254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Kein Dojo ohne Fokusthema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CCFDC8D-A4FD-4BEA-8766-79E1063B1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F6CE3-EA10-4BD8-B1B5-D51137E37B62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A81F4CD-880E-467D-87C4-5F65C79D0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E69C1BE-9BC4-4193-9E7F-A52EEF0E0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3</a:t>
            </a:fld>
            <a:endParaRPr lang="de-DE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E40CD42-3329-4FD8-9B1D-CEB30FE0724D}"/>
              </a:ext>
            </a:extLst>
          </p:cNvPr>
          <p:cNvSpPr txBox="1"/>
          <p:nvPr/>
        </p:nvSpPr>
        <p:spPr>
          <a:xfrm rot="21212090">
            <a:off x="1555817" y="2090560"/>
            <a:ext cx="2232248" cy="92333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de-DE" dirty="0"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Ein oft im Projekt benötigtes Design Pattern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01855CC6-2E64-4453-BA8F-4D7FEF693921}"/>
              </a:ext>
            </a:extLst>
          </p:cNvPr>
          <p:cNvSpPr txBox="1"/>
          <p:nvPr/>
        </p:nvSpPr>
        <p:spPr>
          <a:xfrm rot="522586">
            <a:off x="5447930" y="2204864"/>
            <a:ext cx="2016222" cy="646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de-DE" dirty="0"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Ein neues Sprach-Feature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AE6087E-9F3B-4831-9DDD-8A06BA818522}"/>
              </a:ext>
            </a:extLst>
          </p:cNvPr>
          <p:cNvSpPr txBox="1"/>
          <p:nvPr/>
        </p:nvSpPr>
        <p:spPr>
          <a:xfrm>
            <a:off x="8328253" y="1967821"/>
            <a:ext cx="2016222" cy="646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de-DE" dirty="0"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Ein wichtiges Design-Prinzip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B78278B-AA7E-4B4D-A441-01CC6D4EEF32}"/>
              </a:ext>
            </a:extLst>
          </p:cNvPr>
          <p:cNvSpPr txBox="1"/>
          <p:nvPr/>
        </p:nvSpPr>
        <p:spPr>
          <a:xfrm rot="21168138">
            <a:off x="3751431" y="3137422"/>
            <a:ext cx="2232248" cy="646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de-DE" dirty="0"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Umgang mit einem Framework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438D9D74-0A80-400A-A70F-6D23BC0C48C9}"/>
              </a:ext>
            </a:extLst>
          </p:cNvPr>
          <p:cNvSpPr txBox="1"/>
          <p:nvPr/>
        </p:nvSpPr>
        <p:spPr>
          <a:xfrm>
            <a:off x="803412" y="3626402"/>
            <a:ext cx="2232248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de-DE" dirty="0"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Shortcuts der IDE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62011358-5A29-4CCB-A560-0F28FEA63565}"/>
              </a:ext>
            </a:extLst>
          </p:cNvPr>
          <p:cNvSpPr txBox="1"/>
          <p:nvPr/>
        </p:nvSpPr>
        <p:spPr>
          <a:xfrm rot="20119959">
            <a:off x="6637368" y="3314665"/>
            <a:ext cx="1728192" cy="646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To NULL or not to NULL</a:t>
            </a:r>
            <a:endParaRPr lang="de-DE" dirty="0">
              <a:latin typeface="Open Sans SemiBold" panose="020B0706030804020204" pitchFamily="34" charset="0"/>
              <a:ea typeface="Open Sans SemiBold" panose="020B0706030804020204" pitchFamily="34" charset="0"/>
              <a:cs typeface="Open Sans SemiBold" panose="020B0706030804020204" pitchFamily="34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96E3A707-0209-4554-BF61-5AAF6EC3993C}"/>
              </a:ext>
            </a:extLst>
          </p:cNvPr>
          <p:cNvSpPr txBox="1"/>
          <p:nvPr/>
        </p:nvSpPr>
        <p:spPr>
          <a:xfrm rot="298222">
            <a:off x="9011897" y="3413294"/>
            <a:ext cx="1944216" cy="646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Behandlung</a:t>
            </a:r>
            <a:r>
              <a:rPr lang="en-US" dirty="0"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 von Exceptions</a:t>
            </a:r>
            <a:endParaRPr lang="de-DE" dirty="0">
              <a:latin typeface="Open Sans SemiBold" panose="020B0706030804020204" pitchFamily="34" charset="0"/>
              <a:ea typeface="Open Sans SemiBold" panose="020B0706030804020204" pitchFamily="34" charset="0"/>
              <a:cs typeface="Open Sans SemiBold" panose="020B0706030804020204" pitchFamily="34" charset="0"/>
            </a:endParaRP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F5E068BB-7F5B-4D0B-ADDD-11FDEC7C3F4D}"/>
              </a:ext>
            </a:extLst>
          </p:cNvPr>
          <p:cNvSpPr txBox="1"/>
          <p:nvPr/>
        </p:nvSpPr>
        <p:spPr>
          <a:xfrm>
            <a:off x="564538" y="1671569"/>
            <a:ext cx="54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z.B.</a:t>
            </a:r>
          </a:p>
        </p:txBody>
      </p:sp>
    </p:spTree>
    <p:extLst>
      <p:ext uri="{BB962C8B-B14F-4D97-AF65-F5344CB8AC3E}">
        <p14:creationId xmlns:p14="http://schemas.microsoft.com/office/powerpoint/2010/main" val="2445166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6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1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76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1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60"/>
                            </p:stCondLst>
                            <p:childTnLst>
                              <p:par>
                                <p:cTn id="22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Why we have beginners do randori straight away - KL Judo">
            <a:extLst>
              <a:ext uri="{FF2B5EF4-FFF2-40B4-BE49-F238E27FC236}">
                <a16:creationId xmlns:a16="http://schemas.microsoft.com/office/drawing/2014/main" id="{1CFB08DC-1E61-45A4-8649-7631E021D1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643" y="-1249680"/>
            <a:ext cx="12192000" cy="8107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hteck 6">
            <a:extLst>
              <a:ext uri="{FF2B5EF4-FFF2-40B4-BE49-F238E27FC236}">
                <a16:creationId xmlns:a16="http://schemas.microsoft.com/office/drawing/2014/main" id="{E67C72EF-6312-4C23-A0C0-CCC317E37262}"/>
              </a:ext>
            </a:extLst>
          </p:cNvPr>
          <p:cNvSpPr/>
          <p:nvPr/>
        </p:nvSpPr>
        <p:spPr>
          <a:xfrm>
            <a:off x="-5644" y="0"/>
            <a:ext cx="12222324" cy="6858000"/>
          </a:xfrm>
          <a:prstGeom prst="rect">
            <a:avLst/>
          </a:prstGeom>
          <a:solidFill>
            <a:srgbClr val="FFFFFF">
              <a:alpha val="83922"/>
            </a:srgb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1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20FCAA93-C453-4B5D-B585-32470478D08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1423" y="1309409"/>
            <a:ext cx="9935301" cy="5287943"/>
          </a:xfrm>
        </p:spPr>
        <p:txBody>
          <a:bodyPr>
            <a:normAutofit/>
          </a:bodyPr>
          <a:lstStyle/>
          <a:p>
            <a:r>
              <a:rPr lang="de-DE" dirty="0"/>
              <a:t>Live Coding, für alle sichtbar</a:t>
            </a:r>
          </a:p>
          <a:p>
            <a:r>
              <a:rPr lang="de-DE" dirty="0"/>
              <a:t>Pair arbeitet für kurze Zeit an einem Teilabschnitt</a:t>
            </a:r>
          </a:p>
          <a:p>
            <a:r>
              <a:rPr lang="de-DE" dirty="0"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Navigator</a:t>
            </a:r>
            <a:r>
              <a:rPr lang="de-DE" dirty="0"/>
              <a:t>: sagt, was zu tun ist</a:t>
            </a:r>
          </a:p>
          <a:p>
            <a:r>
              <a:rPr lang="de-DE" dirty="0"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Driver</a:t>
            </a:r>
            <a:r>
              <a:rPr lang="de-DE" dirty="0"/>
              <a:t>: hat die Tastatur und tut</a:t>
            </a:r>
          </a:p>
          <a:p>
            <a:r>
              <a:rPr lang="de-DE" dirty="0"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Plenum</a:t>
            </a:r>
            <a:r>
              <a:rPr lang="de-DE" dirty="0"/>
              <a:t>: schaut zu und redet nur auf Bitte des Navigators / Drivers</a:t>
            </a:r>
          </a:p>
          <a:p>
            <a:r>
              <a:rPr lang="de-DE" dirty="0"/>
              <a:t>Bei Erreichen eines sinnvollen Zwischenergebnisses</a:t>
            </a:r>
          </a:p>
          <a:p>
            <a:pPr lvl="1"/>
            <a:r>
              <a:rPr lang="de-DE" dirty="0"/>
              <a:t>Driver gehts ins Plenum</a:t>
            </a:r>
          </a:p>
          <a:p>
            <a:pPr lvl="1"/>
            <a:r>
              <a:rPr lang="de-DE" dirty="0"/>
              <a:t>Navigator wird Driver</a:t>
            </a:r>
          </a:p>
          <a:p>
            <a:pPr lvl="1"/>
            <a:r>
              <a:rPr lang="de-DE" dirty="0"/>
              <a:t>Jemand aus dem Plenum wird neuer Navigator</a:t>
            </a:r>
          </a:p>
          <a:p>
            <a:pPr lvl="1"/>
            <a:r>
              <a:rPr lang="de-DE" dirty="0"/>
              <a:t>Plenum kann Meinungen und Ideen äußern</a:t>
            </a:r>
          </a:p>
          <a:p>
            <a:r>
              <a:rPr lang="de-DE" dirty="0"/>
              <a:t>Sehr kurze Iterationen von wenigen Minuten für schnelle Wechsel</a:t>
            </a:r>
          </a:p>
          <a:p>
            <a:r>
              <a:rPr lang="de-DE" dirty="0"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Moderator</a:t>
            </a:r>
            <a:r>
              <a:rPr lang="de-DE" dirty="0"/>
              <a:t> ist hilfreich</a:t>
            </a:r>
            <a:endParaRPr lang="de-DE" b="1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1CA7654A-E538-4D78-9A8A-37D8DB254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Randori-Stil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CCFDC8D-A4FD-4BEA-8766-79E1063B1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F6CE3-EA10-4BD8-B1B5-D51137E37B62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A81F4CD-880E-467D-87C4-5F65C79D0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E69C1BE-9BC4-4193-9E7F-A52EEF0E0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4</a:t>
            </a:fld>
            <a:endParaRPr lang="de-DE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4CFE297-5E64-A6F8-F207-08154DB95803}"/>
              </a:ext>
            </a:extLst>
          </p:cNvPr>
          <p:cNvSpPr txBox="1"/>
          <p:nvPr/>
        </p:nvSpPr>
        <p:spPr>
          <a:xfrm rot="21212090">
            <a:off x="8988836" y="964156"/>
            <a:ext cx="2319382" cy="7386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de-DE" sz="1400" dirty="0"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Besonderheit 2. Dojo</a:t>
            </a:r>
          </a:p>
          <a:p>
            <a:r>
              <a:rPr lang="de-DE" sz="1400" dirty="0"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KI-Agent dauerhaft Driver</a:t>
            </a:r>
          </a:p>
          <a:p>
            <a:r>
              <a:rPr lang="de-DE" sz="1400" dirty="0"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Wir dauerhaft Navigatoren</a:t>
            </a:r>
          </a:p>
        </p:txBody>
      </p:sp>
    </p:spTree>
    <p:extLst>
      <p:ext uri="{BB962C8B-B14F-4D97-AF65-F5344CB8AC3E}">
        <p14:creationId xmlns:p14="http://schemas.microsoft.com/office/powerpoint/2010/main" val="932425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Ein Blick hinter die Kulissen - technische kommunikation">
            <a:extLst>
              <a:ext uri="{FF2B5EF4-FFF2-40B4-BE49-F238E27FC236}">
                <a16:creationId xmlns:a16="http://schemas.microsoft.com/office/drawing/2014/main" id="{B57208C7-D668-42C0-BFBE-F07AC7513D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645" y="-378424"/>
            <a:ext cx="13681521" cy="76958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20FCAA93-C453-4B5D-B585-32470478D08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7408" y="1628800"/>
            <a:ext cx="8856984" cy="4725561"/>
          </a:xfrm>
        </p:spPr>
        <p:txBody>
          <a:bodyPr>
            <a:normAutofit/>
          </a:bodyPr>
          <a:lstStyle/>
          <a:p>
            <a:r>
              <a:rPr lang="de-DE" dirty="0" err="1">
                <a:solidFill>
                  <a:schemeClr val="bg1">
                    <a:lumMod val="85000"/>
                  </a:schemeClr>
                </a:solidFill>
              </a:rPr>
              <a:t>Unittesting</a:t>
            </a:r>
            <a:endParaRPr lang="de-DE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de-DE" dirty="0" err="1">
                <a:solidFill>
                  <a:schemeClr val="bg1">
                    <a:lumMod val="85000"/>
                  </a:schemeClr>
                </a:solidFill>
              </a:rPr>
              <a:t>Babysteps</a:t>
            </a:r>
            <a:endParaRPr lang="de-DE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de-DE" dirty="0">
                <a:solidFill>
                  <a:schemeClr val="bg1">
                    <a:lumMod val="85000"/>
                  </a:schemeClr>
                </a:solidFill>
              </a:rPr>
              <a:t>Pair </a:t>
            </a:r>
            <a:r>
              <a:rPr lang="de-DE" dirty="0" err="1">
                <a:solidFill>
                  <a:schemeClr val="bg1">
                    <a:lumMod val="85000"/>
                  </a:schemeClr>
                </a:solidFill>
              </a:rPr>
              <a:t>Programming</a:t>
            </a:r>
            <a:endParaRPr lang="de-DE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de-DE" dirty="0">
                <a:solidFill>
                  <a:schemeClr val="bg1">
                    <a:lumMod val="85000"/>
                  </a:schemeClr>
                </a:solidFill>
              </a:rPr>
              <a:t>Aufmerksamkeitserhaltung der ganzen Gruppe</a:t>
            </a:r>
          </a:p>
          <a:p>
            <a:r>
              <a:rPr lang="de-DE" dirty="0">
                <a:solidFill>
                  <a:schemeClr val="bg1">
                    <a:lumMod val="85000"/>
                  </a:schemeClr>
                </a:solidFill>
              </a:rPr>
              <a:t>Erklären-Lernen</a:t>
            </a:r>
          </a:p>
          <a:p>
            <a:r>
              <a:rPr lang="de-DE" dirty="0">
                <a:solidFill>
                  <a:schemeClr val="bg1">
                    <a:lumMod val="85000"/>
                  </a:schemeClr>
                </a:solidFill>
              </a:rPr>
              <a:t>Gegenseitiges Kennenlernen auf der Arbeitsebene (</a:t>
            </a:r>
            <a:r>
              <a:rPr lang="de-DE" dirty="0" err="1">
                <a:solidFill>
                  <a:schemeClr val="bg1">
                    <a:lumMod val="85000"/>
                  </a:schemeClr>
                </a:solidFill>
              </a:rPr>
              <a:t>Kollab</a:t>
            </a:r>
            <a:r>
              <a:rPr lang="de-DE" dirty="0" err="1">
                <a:solidFill>
                  <a:schemeClr val="bg1">
                    <a:lumMod val="85000"/>
                  </a:schemeClr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rPr>
              <a:t>O</a:t>
            </a:r>
            <a:r>
              <a:rPr lang="de-DE" dirty="0" err="1">
                <a:solidFill>
                  <a:schemeClr val="bg1">
                    <a:lumMod val="85000"/>
                  </a:schemeClr>
                </a:solidFill>
              </a:rPr>
              <a:t>ration</a:t>
            </a:r>
            <a:r>
              <a:rPr lang="de-DE" dirty="0">
                <a:solidFill>
                  <a:schemeClr val="bg1">
                    <a:lumMod val="85000"/>
                  </a:schemeClr>
                </a:solidFill>
              </a:rPr>
              <a:t> statt </a:t>
            </a:r>
            <a:r>
              <a:rPr lang="de-DE" dirty="0" err="1">
                <a:solidFill>
                  <a:schemeClr val="bg1">
                    <a:lumMod val="85000"/>
                  </a:schemeClr>
                </a:solidFill>
              </a:rPr>
              <a:t>Kollab</a:t>
            </a:r>
            <a:r>
              <a:rPr lang="de-DE" dirty="0" err="1">
                <a:solidFill>
                  <a:schemeClr val="bg1">
                    <a:lumMod val="85000"/>
                  </a:schemeClr>
                </a:solidFill>
                <a:latin typeface="Open Sans ExtraBold" panose="020B0906030804020204" pitchFamily="34" charset="0"/>
                <a:ea typeface="Open Sans ExtraBold" panose="020B0906030804020204" pitchFamily="34" charset="0"/>
                <a:cs typeface="Open Sans ExtraBold" panose="020B0906030804020204" pitchFamily="34" charset="0"/>
              </a:rPr>
              <a:t>A</a:t>
            </a:r>
            <a:r>
              <a:rPr lang="de-DE" dirty="0" err="1">
                <a:solidFill>
                  <a:schemeClr val="bg1">
                    <a:lumMod val="85000"/>
                  </a:schemeClr>
                </a:solidFill>
              </a:rPr>
              <a:t>ration</a:t>
            </a:r>
            <a:r>
              <a:rPr lang="de-DE" dirty="0">
                <a:solidFill>
                  <a:schemeClr val="bg1">
                    <a:lumMod val="85000"/>
                  </a:schemeClr>
                </a:solidFill>
              </a:rPr>
              <a:t>)</a:t>
            </a:r>
          </a:p>
          <a:p>
            <a:r>
              <a:rPr lang="de-DE" dirty="0">
                <a:solidFill>
                  <a:schemeClr val="bg1">
                    <a:lumMod val="85000"/>
                  </a:schemeClr>
                </a:solidFill>
              </a:rPr>
              <a:t>Entdecken von unbekannten </a:t>
            </a:r>
            <a:r>
              <a:rPr lang="de-DE" dirty="0" err="1">
                <a:solidFill>
                  <a:schemeClr val="bg1">
                    <a:lumMod val="85000"/>
                  </a:schemeClr>
                </a:solidFill>
              </a:rPr>
              <a:t>Unbekannten</a:t>
            </a:r>
            <a:endParaRPr lang="de-DE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de-DE" dirty="0">
                <a:solidFill>
                  <a:schemeClr val="bg1">
                    <a:lumMod val="85000"/>
                  </a:schemeClr>
                </a:solidFill>
              </a:rPr>
              <a:t>Entdecken von (kleinen) Elefanten im Raum</a:t>
            </a:r>
          </a:p>
          <a:p>
            <a:r>
              <a:rPr lang="de-DE" dirty="0">
                <a:solidFill>
                  <a:schemeClr val="bg1">
                    <a:lumMod val="85000"/>
                  </a:schemeClr>
                </a:solidFill>
              </a:rPr>
              <a:t>Themen für die nächsten Dojos</a:t>
            </a:r>
            <a:endParaRPr lang="de-DE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1CA7654A-E538-4D78-9A8A-37D8DB254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solidFill>
                  <a:schemeClr val="bg1">
                    <a:lumMod val="85000"/>
                  </a:schemeClr>
                </a:solidFill>
              </a:rPr>
              <a:t>Hinter den Kulissen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CCFDC8D-A4FD-4BEA-8766-79E1063B1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F6CE3-EA10-4BD8-B1B5-D51137E37B62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A81F4CD-880E-467D-87C4-5F65C79D0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E69C1BE-9BC4-4193-9E7F-A52EEF0E0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5</a:t>
            </a:fld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0A8E6D2-7955-4C8D-B052-0FFF637F52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112" y="5157193"/>
            <a:ext cx="504056" cy="323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28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8" name="Picture 4" descr="Experimentiertheater">
            <a:extLst>
              <a:ext uri="{FF2B5EF4-FFF2-40B4-BE49-F238E27FC236}">
                <a16:creationId xmlns:a16="http://schemas.microsoft.com/office/drawing/2014/main" id="{D8B08548-FBD8-40E8-BA1F-354929F423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2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84720" y="-1041432"/>
            <a:ext cx="13537504" cy="9037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20FCAA93-C453-4B5D-B585-32470478D08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503712" y="2238495"/>
            <a:ext cx="6120680" cy="4070825"/>
          </a:xfrm>
        </p:spPr>
        <p:txBody>
          <a:bodyPr>
            <a:normAutofit lnSpcReduction="10000"/>
          </a:bodyPr>
          <a:lstStyle/>
          <a:p>
            <a:r>
              <a:rPr lang="de-DE" dirty="0">
                <a:solidFill>
                  <a:schemeClr val="tx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Driver hat eigenen Bildschirm</a:t>
            </a:r>
            <a:br>
              <a:rPr lang="de-DE" dirty="0">
                <a:solidFill>
                  <a:schemeClr val="tx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de-DE" sz="1000" dirty="0">
              <a:solidFill>
                <a:schemeClr val="tx1">
                  <a:lumMod val="7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r>
              <a:rPr lang="de-DE" dirty="0">
                <a:solidFill>
                  <a:schemeClr val="tx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Navigator kann i.R. großes Bild für </a:t>
            </a:r>
            <a:br>
              <a:rPr lang="de-DE" dirty="0">
                <a:solidFill>
                  <a:schemeClr val="tx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de-DE" dirty="0">
                <a:solidFill>
                  <a:schemeClr val="tx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Plenum mitnutzen</a:t>
            </a:r>
            <a:br>
              <a:rPr lang="de-DE" dirty="0">
                <a:solidFill>
                  <a:schemeClr val="tx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de-DE" sz="1000" dirty="0">
              <a:solidFill>
                <a:schemeClr val="tx1">
                  <a:lumMod val="7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r>
              <a:rPr lang="de-DE" dirty="0">
                <a:solidFill>
                  <a:schemeClr val="tx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Vernünftige Tastatur und Maus</a:t>
            </a:r>
            <a:br>
              <a:rPr lang="de-DE" dirty="0">
                <a:solidFill>
                  <a:schemeClr val="tx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de-DE" sz="1000" dirty="0">
              <a:solidFill>
                <a:schemeClr val="tx1">
                  <a:lumMod val="7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r>
              <a:rPr lang="de-DE" dirty="0">
                <a:solidFill>
                  <a:schemeClr val="tx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Keine speziell eingerichtete IDE</a:t>
            </a:r>
            <a:br>
              <a:rPr lang="de-DE" dirty="0">
                <a:solidFill>
                  <a:schemeClr val="tx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de-DE" sz="1100" dirty="0">
              <a:solidFill>
                <a:schemeClr val="tx1">
                  <a:lumMod val="7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r>
              <a:rPr lang="de-DE" dirty="0">
                <a:solidFill>
                  <a:schemeClr val="tx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White statt Black </a:t>
            </a:r>
            <a:r>
              <a:rPr lang="de-DE" dirty="0" err="1">
                <a:solidFill>
                  <a:schemeClr val="tx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Theme</a:t>
            </a:r>
            <a:r>
              <a:rPr lang="de-DE" dirty="0">
                <a:solidFill>
                  <a:schemeClr val="tx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wegen </a:t>
            </a:r>
            <a:br>
              <a:rPr lang="de-DE" dirty="0">
                <a:solidFill>
                  <a:schemeClr val="tx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de-DE" dirty="0">
                <a:solidFill>
                  <a:schemeClr val="tx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besserer Kontraste</a:t>
            </a:r>
            <a:br>
              <a:rPr lang="de-DE" dirty="0">
                <a:solidFill>
                  <a:schemeClr val="tx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endParaRPr lang="de-DE" sz="1100" dirty="0">
              <a:solidFill>
                <a:schemeClr val="tx1">
                  <a:lumMod val="7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r>
              <a:rPr lang="de-DE" dirty="0">
                <a:solidFill>
                  <a:schemeClr val="tx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Große Fonts - Editor UND Menüs etc.</a:t>
            </a:r>
            <a:endParaRPr lang="de-DE" b="1" dirty="0">
              <a:solidFill>
                <a:schemeClr val="tx1">
                  <a:lumMod val="7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1CA7654A-E538-4D78-9A8A-37D8DB2542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404664"/>
            <a:ext cx="9935301" cy="758609"/>
          </a:xfrm>
        </p:spPr>
        <p:txBody>
          <a:bodyPr/>
          <a:lstStyle/>
          <a:p>
            <a:r>
              <a:rPr lang="de-DE" dirty="0">
                <a:solidFill>
                  <a:schemeClr val="bg1">
                    <a:lumMod val="85000"/>
                  </a:schemeClr>
                </a:solidFill>
              </a:rPr>
              <a:t>Setting vorbereiten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CCFDC8D-A4FD-4BEA-8766-79E1063B1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F6CE3-EA10-4BD8-B1B5-D51137E37B62}" type="datetime1">
              <a:rPr lang="de-DE" smtClean="0"/>
              <a:t>12.06.2025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A81F4CD-880E-467D-87C4-5F65C79D0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E69C1BE-9BC4-4193-9E7F-A52EEF0E0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19074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 descr="Kleine Olympiade, große Freude: Zwei Erfurter Eisschnellläufer sind schon  Feuer und Flamme">
            <a:extLst>
              <a:ext uri="{FF2B5EF4-FFF2-40B4-BE49-F238E27FC236}">
                <a16:creationId xmlns:a16="http://schemas.microsoft.com/office/drawing/2014/main" id="{010D4EB7-FF2E-4489-81A5-EF42C096A9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hteck 12">
            <a:extLst>
              <a:ext uri="{FF2B5EF4-FFF2-40B4-BE49-F238E27FC236}">
                <a16:creationId xmlns:a16="http://schemas.microsoft.com/office/drawing/2014/main" id="{E48C1D78-85D9-4190-BFDA-9C9BC0F77A52}"/>
              </a:ext>
            </a:extLst>
          </p:cNvPr>
          <p:cNvSpPr/>
          <p:nvPr/>
        </p:nvSpPr>
        <p:spPr>
          <a:xfrm>
            <a:off x="-5644" y="0"/>
            <a:ext cx="12222324" cy="6858000"/>
          </a:xfrm>
          <a:prstGeom prst="rect">
            <a:avLst/>
          </a:prstGeom>
          <a:solidFill>
            <a:srgbClr val="FFFFFF">
              <a:alpha val="74902"/>
            </a:srgb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1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14" name="Titel 2">
            <a:extLst>
              <a:ext uri="{FF2B5EF4-FFF2-40B4-BE49-F238E27FC236}">
                <a16:creationId xmlns:a16="http://schemas.microsoft.com/office/drawing/2014/main" id="{F309042E-9995-401B-A6B6-3F6EA866BB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75920" y="5517232"/>
            <a:ext cx="2664296" cy="688721"/>
          </a:xfrm>
        </p:spPr>
        <p:txBody>
          <a:bodyPr/>
          <a:lstStyle/>
          <a:p>
            <a:r>
              <a:rPr lang="de-DE" dirty="0">
                <a:solidFill>
                  <a:schemeClr val="tx1">
                    <a:lumMod val="75000"/>
                  </a:schemeClr>
                </a:solidFill>
              </a:rPr>
              <a:t>Auf geht‘s…</a:t>
            </a:r>
          </a:p>
        </p:txBody>
      </p:sp>
      <p:sp>
        <p:nvSpPr>
          <p:cNvPr id="2" name="Titel 2">
            <a:extLst>
              <a:ext uri="{FF2B5EF4-FFF2-40B4-BE49-F238E27FC236}">
                <a16:creationId xmlns:a16="http://schemas.microsoft.com/office/drawing/2014/main" id="{FFAC0CF8-9DED-B51C-6342-89453B98AE85}"/>
              </a:ext>
            </a:extLst>
          </p:cNvPr>
          <p:cNvSpPr txBox="1">
            <a:spLocks/>
          </p:cNvSpPr>
          <p:nvPr/>
        </p:nvSpPr>
        <p:spPr>
          <a:xfrm>
            <a:off x="550800" y="550800"/>
            <a:ext cx="9935301" cy="75860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defTabSz="457200">
              <a:spcBef>
                <a:spcPct val="0"/>
              </a:spcBef>
              <a:buNone/>
              <a:defRPr sz="3600" b="1">
                <a:solidFill>
                  <a:schemeClr val="tx1">
                    <a:lumMod val="7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de-DE" dirty="0"/>
              <a:t>Fachliche Anforderung für heute: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3C744B40-2BF0-44EB-2244-47B93DC0340E}"/>
              </a:ext>
            </a:extLst>
          </p:cNvPr>
          <p:cNvSpPr txBox="1"/>
          <p:nvPr/>
        </p:nvSpPr>
        <p:spPr>
          <a:xfrm>
            <a:off x="4367808" y="3227619"/>
            <a:ext cx="290496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 b="1" dirty="0"/>
              <a:t> </a:t>
            </a:r>
            <a:r>
              <a:rPr lang="de-DE" sz="4000" b="1" dirty="0" err="1"/>
              <a:t>Social</a:t>
            </a:r>
            <a:r>
              <a:rPr lang="de-DE" sz="4000" b="1" dirty="0"/>
              <a:t> Time</a:t>
            </a:r>
          </a:p>
        </p:txBody>
      </p:sp>
    </p:spTree>
    <p:extLst>
      <p:ext uri="{BB962C8B-B14F-4D97-AF65-F5344CB8AC3E}">
        <p14:creationId xmlns:p14="http://schemas.microsoft.com/office/powerpoint/2010/main" val="2811140605"/>
      </p:ext>
    </p:extLst>
  </p:cSld>
  <p:clrMapOvr>
    <a:masterClrMapping/>
  </p:clrMapOvr>
</p:sld>
</file>

<file path=ppt/theme/theme1.xml><?xml version="1.0" encoding="utf-8"?>
<a:theme xmlns:a="http://schemas.openxmlformats.org/drawingml/2006/main" name="S&amp;N Design">
  <a:themeElements>
    <a:clrScheme name="S&amp;N Group Farbenwelt Final">
      <a:dk1>
        <a:srgbClr val="54606C"/>
      </a:dk1>
      <a:lt1>
        <a:srgbClr val="FFFFFF"/>
      </a:lt1>
      <a:dk2>
        <a:srgbClr val="FFFFFF"/>
      </a:dk2>
      <a:lt2>
        <a:srgbClr val="3C5F78"/>
      </a:lt2>
      <a:accent1>
        <a:srgbClr val="F49927"/>
      </a:accent1>
      <a:accent2>
        <a:srgbClr val="54606D"/>
      </a:accent2>
      <a:accent3>
        <a:srgbClr val="274889"/>
      </a:accent3>
      <a:accent4>
        <a:srgbClr val="008DD2"/>
      </a:accent4>
      <a:accent5>
        <a:srgbClr val="FEDC14"/>
      </a:accent5>
      <a:accent6>
        <a:srgbClr val="78DA7E"/>
      </a:accent6>
      <a:hlink>
        <a:srgbClr val="F49927"/>
      </a:hlink>
      <a:folHlink>
        <a:srgbClr val="3C5F78"/>
      </a:folHlink>
    </a:clrScheme>
    <a:fontScheme name="SN Invent 2021">
      <a:majorFont>
        <a:latin typeface="Open Sans Light"/>
        <a:ea typeface=""/>
        <a:cs typeface=""/>
      </a:majorFont>
      <a:minorFont>
        <a:latin typeface="Open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/>
        </a:solidFill>
        <a:ln w="9525" cap="flat" cmpd="sng" algn="ctr">
          <a:noFill/>
          <a:prstDash val="solid"/>
        </a:ln>
        <a:effectLst/>
      </a:spPr>
      <a:bodyPr rtlCol="0" anchor="ctr"/>
      <a:lstStyle>
        <a:defPPr marL="0" marR="0" indent="0" algn="ctr" defTabSz="914400" eaLnBrk="1" fontAlgn="auto" latinLnBrk="0" hangingPunct="1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000" b="1" i="0" u="none" strike="noStrike" kern="0" cap="none" spc="0" normalizeH="0" baseline="0" noProof="0" dirty="0">
            <a:ln>
              <a:noFill/>
            </a:ln>
            <a:effectLst/>
            <a:uLnTx/>
            <a:uFillTx/>
            <a:latin typeface="Arial" panose="020B0604020202020204"/>
            <a:ea typeface="+mn-ea"/>
            <a:cs typeface="Arial" panose="020B0604020202020204" pitchFamily="34" charset="0"/>
          </a:defRPr>
        </a:defPPr>
      </a:lstStyle>
    </a:spDef>
    <a:lnDef>
      <a:spPr>
        <a:ln/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I07-011 Vorlage Präsentation 16-9.potx" id="{13FE35D0-E1FE-440B-8EFE-1497F85DA2F9}" vid="{3F66EBA3-0BEF-4253-B4F8-FEA49A33AD49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EF5765CEE729E1418BE065284ADE3D31" ma:contentTypeVersion="29" ma:contentTypeDescription="Ein neues Dokument erstellen." ma:contentTypeScope="" ma:versionID="3d50e400cca5a7bd800a74eb9a530f8f">
  <xsd:schema xmlns:xsd="http://www.w3.org/2001/XMLSchema" xmlns:xs="http://www.w3.org/2001/XMLSchema" xmlns:p="http://schemas.microsoft.com/office/2006/metadata/properties" xmlns:ns1="http://schemas.microsoft.com/sharepoint/v3" xmlns:ns2="b5c6ba39-e055-4528-8d96-942d43fd41f6" xmlns:ns3="3ba2c390-782e-48d2-92a4-4ceacf62dc83" xmlns:ns4="1561a55d-4589-43de-94bb-8dded3e84ec0" targetNamespace="http://schemas.microsoft.com/office/2006/metadata/properties" ma:root="true" ma:fieldsID="5a6f0763cb74c2d9ba07ecaec821d4b1" ns1:_="" ns2:_="" ns3:_="" ns4:_="">
    <xsd:import namespace="http://schemas.microsoft.com/sharepoint/v3"/>
    <xsd:import namespace="b5c6ba39-e055-4528-8d96-942d43fd41f6"/>
    <xsd:import namespace="3ba2c390-782e-48d2-92a4-4ceacf62dc83"/>
    <xsd:import namespace="1561a55d-4589-43de-94bb-8dded3e84ec0"/>
    <xsd:element name="properties">
      <xsd:complexType>
        <xsd:sequence>
          <xsd:element name="documentManagement">
            <xsd:complexType>
              <xsd:all>
                <xsd:element ref="ns2:VI" minOccurs="0"/>
                <xsd:element ref="ns3:Prozessgruppe"/>
                <xsd:element ref="ns3:Prozessthema" minOccurs="0"/>
                <xsd:element ref="ns2:alle" minOccurs="0"/>
                <xsd:element ref="ns2:Besitzer" minOccurs="0"/>
                <xsd:element ref="ns2:Archiv" minOccurs="0"/>
                <xsd:element ref="ns4:Archivierungsgrund" minOccurs="0"/>
                <xsd:element ref="ns2:Frist" minOccurs="0"/>
                <xsd:element ref="ns2:Kunde" minOccurs="0"/>
                <xsd:element ref="ns2:Ablageort" minOccurs="0"/>
                <xsd:element ref="ns2:Speichername" minOccurs="0"/>
                <xsd:element ref="ns2:VA" minOccurs="0"/>
                <xsd:element ref="ns2:Vers_x002e_" minOccurs="0"/>
                <xsd:element ref="ns3:_dlc_DocId" minOccurs="0"/>
                <xsd:element ref="ns3:_dlc_DocIdUrl" minOccurs="0"/>
                <xsd:element ref="ns3:_dlc_DocIdPersistId" minOccurs="0"/>
                <xsd:element ref="ns1:_dlc_Exempt" minOccurs="0"/>
                <xsd:element ref="ns4:DLCPolicyLabelValue" minOccurs="0"/>
                <xsd:element ref="ns4:DLCPolicyLabelClientValue" minOccurs="0"/>
                <xsd:element ref="ns4:DLCPolicyLabelLock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dlc_Exempt" ma:index="24" nillable="true" ma:displayName="Von der Richtlinie ausgenommen" ma:hidden="true" ma:internalName="_dlc_Exempt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5c6ba39-e055-4528-8d96-942d43fd41f6" elementFormDefault="qualified">
    <xsd:import namespace="http://schemas.microsoft.com/office/2006/documentManagement/types"/>
    <xsd:import namespace="http://schemas.microsoft.com/office/infopath/2007/PartnerControls"/>
    <xsd:element name="VI" ma:index="2" nillable="true" ma:displayName="QMID" ma:internalName="VI">
      <xsd:simpleType>
        <xsd:restriction base="dms:Text">
          <xsd:maxLength value="8"/>
        </xsd:restriction>
      </xsd:simpleType>
    </xsd:element>
    <xsd:element name="alle" ma:index="5" nillable="true" ma:displayName="alle" ma:default="1" ma:internalName="alle">
      <xsd:simpleType>
        <xsd:restriction base="dms:Boolean"/>
      </xsd:simpleType>
    </xsd:element>
    <xsd:element name="Besitzer" ma:index="6" nillable="true" ma:displayName="Besitzer" ma:list="UserInfo" ma:SharePointGroup="0" ma:internalName="Besitzer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rchiv" ma:index="7" nillable="true" ma:displayName="Archiv" ma:default="0" ma:internalName="Archiv">
      <xsd:simpleType>
        <xsd:restriction base="dms:Boolean"/>
      </xsd:simpleType>
    </xsd:element>
    <xsd:element name="Frist" ma:index="9" nillable="true" ma:displayName="Frist" ma:decimals="0" ma:default="10" ma:internalName="Frist">
      <xsd:simpleType>
        <xsd:restriction base="dms:Number"/>
      </xsd:simpleType>
    </xsd:element>
    <xsd:element name="Kunde" ma:index="10" nillable="true" ma:displayName="Kunde" ma:default="Geben Sie Auswahl Nr. 1 ein" ma:format="Dropdown" ma:internalName="Kunde">
      <xsd:simpleType>
        <xsd:union memberTypes="dms:Text">
          <xsd:simpleType>
            <xsd:restriction base="dms:Choice">
              <xsd:enumeration value="Geben Sie Auswahl Nr. 1 ein"/>
              <xsd:enumeration value="Geben Sie Auswahl Nr. 2 ein."/>
              <xsd:enumeration value="Geben Sie Auswahl Nr. 3 ein."/>
            </xsd:restriction>
          </xsd:simpleType>
        </xsd:union>
      </xsd:simpleType>
    </xsd:element>
    <xsd:element name="Ablageort" ma:index="11" nillable="true" ma:displayName="Ablageort" ma:internalName="Ablageort">
      <xsd:simpleType>
        <xsd:restriction base="dms:Text">
          <xsd:maxLength value="255"/>
        </xsd:restriction>
      </xsd:simpleType>
    </xsd:element>
    <xsd:element name="Speichername" ma:index="12" nillable="true" ma:displayName="Speichername" ma:internalName="Speichername">
      <xsd:simpleType>
        <xsd:restriction base="dms:Text">
          <xsd:maxLength value="255"/>
        </xsd:restriction>
      </xsd:simpleType>
    </xsd:element>
    <xsd:element name="VA" ma:index="13" nillable="true" ma:displayName="VA" ma:internalName="VA">
      <xsd:simpleType>
        <xsd:restriction base="dms:Text">
          <xsd:maxLength value="6"/>
        </xsd:restriction>
      </xsd:simpleType>
    </xsd:element>
    <xsd:element name="Vers_x002e_" ma:index="14" nillable="true" ma:displayName="Vers." ma:internalName="Vers_x002e_">
      <xsd:simpleType>
        <xsd:restriction base="dms:Text">
          <xsd:maxLength value="6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a2c390-782e-48d2-92a4-4ceacf62dc83" elementFormDefault="qualified">
    <xsd:import namespace="http://schemas.microsoft.com/office/2006/documentManagement/types"/>
    <xsd:import namespace="http://schemas.microsoft.com/office/infopath/2007/PartnerControls"/>
    <xsd:element name="Prozessgruppe" ma:index="3" ma:displayName="Prozessgruppe" ma:format="Dropdown" ma:internalName="Prozessgruppe">
      <xsd:simpleType>
        <xsd:restriction base="dms:Choice">
          <xsd:enumeration value="Allgemeines"/>
          <xsd:enumeration value="Accounting"/>
          <xsd:enumeration value="Arbeitssicherheit"/>
          <xsd:enumeration value="Bestellwesen"/>
          <xsd:enumeration value="Compliance &amp; Vertragsmanagement"/>
          <xsd:enumeration value="Controlling"/>
          <xsd:enumeration value="Datenschutz"/>
          <xsd:enumeration value="Flottenmanagement"/>
          <xsd:enumeration value="Interne IT"/>
          <xsd:enumeration value="Marketing"/>
          <xsd:enumeration value="Partnermanagement"/>
          <xsd:enumeration value="Personal"/>
          <xsd:enumeration value="Produktmanagement"/>
          <xsd:enumeration value="Projekte"/>
          <xsd:enumeration value="Qualitätsmanagement"/>
          <xsd:enumeration value="Ressourcenmanagement"/>
          <xsd:enumeration value="Strategie &amp; Ziele"/>
          <xsd:enumeration value="Vertragsmanagement"/>
          <xsd:enumeration value="Vertrieb"/>
        </xsd:restriction>
      </xsd:simpleType>
    </xsd:element>
    <xsd:element name="Prozessthema" ma:index="4" nillable="true" ma:displayName="Prozessthema" ma:format="Dropdown" ma:internalName="Prozessthema">
      <xsd:simpleType>
        <xsd:restriction base="dms:Choice">
          <xsd:enumeration value="./."/>
          <xsd:enumeration value="Allgemein"/>
          <xsd:enumeration value="Angebot"/>
          <xsd:enumeration value="Arbeitsverträge"/>
          <xsd:enumeration value="Auftrag"/>
          <xsd:enumeration value="Ausschreibung"/>
          <xsd:enumeration value="Austritt MA"/>
          <xsd:enumeration value="Bestellung"/>
          <xsd:enumeration value="Brief"/>
          <xsd:enumeration value="Druckereivorlage"/>
          <xsd:enumeration value="Gutschriften"/>
          <xsd:enumeration value="Kunden"/>
          <xsd:enumeration value="MA Entwicklung"/>
          <xsd:enumeration value="Neuer MA"/>
          <xsd:enumeration value="Projektabschluss"/>
          <xsd:enumeration value="Projekttoolbox"/>
          <xsd:enumeration value="Projektverrechnung"/>
          <xsd:enumeration value="Projektvorbereitung"/>
          <xsd:enumeration value="Rechnung"/>
          <xsd:enumeration value="Reisekosten"/>
          <xsd:enumeration value="Sonderfälle"/>
          <xsd:enumeration value="Stellenausschreibung &amp; Bewerbungen"/>
          <xsd:enumeration value="Storno"/>
          <xsd:enumeration value="Subunternehmer"/>
          <xsd:enumeration value="Timesheets"/>
          <xsd:enumeration value="Zeugnisse"/>
        </xsd:restriction>
      </xsd:simpleType>
    </xsd:element>
    <xsd:element name="_dlc_DocId" ma:index="17" nillable="true" ma:displayName="Wert der Dokument-ID" ma:description="Der Wert der diesem Element zugewiesenen Dokument-ID." ma:internalName="_dlc_DocId" ma:readOnly="true">
      <xsd:simpleType>
        <xsd:restriction base="dms:Text"/>
      </xsd:simpleType>
    </xsd:element>
    <xsd:element name="_dlc_DocIdUrl" ma:index="18" nillable="true" ma:displayName="Dokument-ID" ma:description="Permanenter Hyperlink zu diesem Dok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9" nillable="true" ma:displayName="Beständige ID" ma:description="ID beim Hinzufügen beibehalten." ma:hidden="true" ma:internalName="_dlc_DocIdPersistId" ma:readOnly="true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61a55d-4589-43de-94bb-8dded3e84ec0" elementFormDefault="qualified">
    <xsd:import namespace="http://schemas.microsoft.com/office/2006/documentManagement/types"/>
    <xsd:import namespace="http://schemas.microsoft.com/office/infopath/2007/PartnerControls"/>
    <xsd:element name="Archivierungsgrund" ma:index="8" nillable="true" ma:displayName="Archivierungsgrund" ma:internalName="Archivierungsgrund">
      <xsd:simpleType>
        <xsd:restriction base="dms:Note">
          <xsd:maxLength value="255"/>
        </xsd:restriction>
      </xsd:simpleType>
    </xsd:element>
    <xsd:element name="DLCPolicyLabelValue" ma:index="25" nillable="true" ma:displayName="Bezeichnung" ma:description="Speichert den aktuellen Wert der Bezeichnung." ma:internalName="DLCPolicyLabelValue" ma:readOnly="true">
      <xsd:simpleType>
        <xsd:restriction base="dms:Note">
          <xsd:maxLength value="255"/>
        </xsd:restriction>
      </xsd:simpleType>
    </xsd:element>
    <xsd:element name="DLCPolicyLabelClientValue" ma:index="26" nillable="true" ma:displayName="Clientbezeichnungswert" ma:description="Speichert den letzten Bezeichnungswert, der auf dem Client errechnet wurde." ma:hidden="true" ma:internalName="DLCPolicyLabelClientValue" ma:readOnly="false">
      <xsd:simpleType>
        <xsd:restriction base="dms:Note"/>
      </xsd:simpleType>
    </xsd:element>
    <xsd:element name="DLCPolicyLabelLock" ma:index="27" nillable="true" ma:displayName="Bezeichnung gesperrt" ma:description="Gibt an, ob die Bezeichnung zu aktualisieren ist, wenn Elementeigenschaften geändert werden." ma:hidden="true" ma:internalName="DLCPolicyLabelLock" ma:readOnly="fals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9" ma:displayName="Inhaltstyp"/>
        <xsd:element ref="dc:title" minOccurs="0" maxOccurs="1" ma:index="1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p:Policy xmlns:p="office.server.policy" id="" local="true">
  <p:Name>Dokument</p:Name>
  <p:Description/>
  <p:Statement/>
  <p:PolicyItems>
    <p:PolicyItem featureId="Microsoft.Office.RecordsManagement.PolicyFeatures.PolicyLabel" staticId="0x010100EF5765CEE729E1418BE065284ADE3D31|2097993778" UniqueId="018cb3dd-2760-4978-a79e-fe94012d8686">
      <p:Name>Bezeichnungen</p:Name>
      <p:Description>Generiert Bezeichnungen, die in Microsoft Office-Dokumente eingefügt werden können, um sicherzustellen, dass Dokumenteigenschaften oder sonstige wichtige Informationen beim Drucken von Dokumenten enthalten sind. Bezeichnungen können auch für die Suche nach Dokumenten verwendet werden.</p:Description>
      <p:CustomData>
        <label>
          <properties>
            <lock>True</lock>
          </properties>
          <segment type="literal">v.</segment>
          <segment type="metadata">_UIVersionString</segment>
        </label>
      </p:CustomData>
    </p:PolicyItem>
  </p:PolicyItems>
</p:Policy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3ba2c390-782e-48d2-92a4-4ceacf62dc83">SNID-180-47</_dlc_DocId>
    <_dlc_DocIdUrl xmlns="3ba2c390-782e-48d2-92a4-4ceacf62dc83">
      <Url>https://intranet.sn-invent.de/iqm/_layouts/15/DocIdRedir.aspx?ID=SNID-180-47</Url>
      <Description>SNID-180-47</Description>
    </_dlc_DocIdUrl>
    <Prozessthema xmlns="3ba2c390-782e-48d2-92a4-4ceacf62dc83">./.</Prozessthema>
    <alle xmlns="b5c6ba39-e055-4528-8d96-942d43fd41f6">true</alle>
    <Ablageort xmlns="b5c6ba39-e055-4528-8d96-942d43fd41f6" xsi:nil="true"/>
    <DLCPolicyLabelClientValue xmlns="1561a55d-4589-43de-94bb-8dded3e84ec0" xsi:nil="true"/>
    <Archiv xmlns="b5c6ba39-e055-4528-8d96-942d43fd41f6">false</Archiv>
    <DLCPolicyLabelLock xmlns="1561a55d-4589-43de-94bb-8dded3e84ec0" xsi:nil="true"/>
    <VA xmlns="b5c6ba39-e055-4528-8d96-942d43fd41f6" xsi:nil="true"/>
    <Vers_x002e_ xmlns="b5c6ba39-e055-4528-8d96-942d43fd41f6" xsi:nil="true"/>
    <Besitzer xmlns="b5c6ba39-e055-4528-8d96-942d43fd41f6">
      <UserInfo>
        <DisplayName>Heyne, Nicole</DisplayName>
        <AccountId>147</AccountId>
        <AccountType/>
      </UserInfo>
    </Besitzer>
    <Speichername xmlns="b5c6ba39-e055-4528-8d96-942d43fd41f6">VI07-003 Vorlage Präsentation</Speichername>
    <Archivierungsgrund xmlns="1561a55d-4589-43de-94bb-8dded3e84ec0" xsi:nil="true"/>
    <Prozessgruppe xmlns="3ba2c390-782e-48d2-92a4-4ceacf62dc83">Marketing</Prozessgruppe>
    <Frist xmlns="b5c6ba39-e055-4528-8d96-942d43fd41f6">10</Frist>
    <VI xmlns="b5c6ba39-e055-4528-8d96-942d43fd41f6">VI07-035</VI>
    <Kunde xmlns="b5c6ba39-e055-4528-8d96-942d43fd41f6">Geben Sie Auswahl Nr. 1 ein</Kunde>
    <DLCPolicyLabelValue xmlns="1561a55d-4589-43de-94bb-8dded3e84ec0">v.11.0</DLCPolicyLabelValue>
  </documentManagement>
</p:properties>
</file>

<file path=customXml/item5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Version=15.0.0.0, Culture=neutral, PublicKeyToken=71e9bce111e9429c</Assembly>
    <Class>Microsoft.Office.DocumentManagement.Internal.DocIdHandler</Class>
    <Data/>
    <Filter/>
  </Receiver>
</spe:Receivers>
</file>

<file path=customXml/itemProps1.xml><?xml version="1.0" encoding="utf-8"?>
<ds:datastoreItem xmlns:ds="http://schemas.openxmlformats.org/officeDocument/2006/customXml" ds:itemID="{BF9375A8-3119-4DA8-B304-E0F5F369DCA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BCE9F00-598A-4817-82B0-FFE08B1F393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b5c6ba39-e055-4528-8d96-942d43fd41f6"/>
    <ds:schemaRef ds:uri="3ba2c390-782e-48d2-92a4-4ceacf62dc83"/>
    <ds:schemaRef ds:uri="1561a55d-4589-43de-94bb-8dded3e84ec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D4355BD-3339-4747-A9BA-2F7E78B26BF6}">
  <ds:schemaRefs>
    <ds:schemaRef ds:uri="office.server.policy"/>
  </ds:schemaRefs>
</ds:datastoreItem>
</file>

<file path=customXml/itemProps4.xml><?xml version="1.0" encoding="utf-8"?>
<ds:datastoreItem xmlns:ds="http://schemas.openxmlformats.org/officeDocument/2006/customXml" ds:itemID="{E5519D02-F5E4-4D45-BACB-7D3735C24017}">
  <ds:schemaRefs>
    <ds:schemaRef ds:uri="http://purl.org/dc/dcmitype/"/>
    <ds:schemaRef ds:uri="1561a55d-4589-43de-94bb-8dded3e84ec0"/>
    <ds:schemaRef ds:uri="3ba2c390-782e-48d2-92a4-4ceacf62dc83"/>
    <ds:schemaRef ds:uri="http://purl.org/dc/elements/1.1/"/>
    <ds:schemaRef ds:uri="http://schemas.microsoft.com/office/2006/documentManagement/types"/>
    <ds:schemaRef ds:uri="http://schemas.microsoft.com/sharepoint/v3"/>
    <ds:schemaRef ds:uri="http://purl.org/dc/terms/"/>
    <ds:schemaRef ds:uri="http://schemas.openxmlformats.org/package/2006/metadata/core-properties"/>
    <ds:schemaRef ds:uri="b5c6ba39-e055-4528-8d96-942d43fd41f6"/>
    <ds:schemaRef ds:uri="http://schemas.microsoft.com/office/infopath/2007/PartnerControls"/>
    <ds:schemaRef ds:uri="http://schemas.microsoft.com/office/2006/metadata/properties"/>
    <ds:schemaRef ds:uri="http://www.w3.org/XML/1998/namespace"/>
  </ds:schemaRefs>
</ds:datastoreItem>
</file>

<file path=customXml/itemProps5.xml><?xml version="1.0" encoding="utf-8"?>
<ds:datastoreItem xmlns:ds="http://schemas.openxmlformats.org/officeDocument/2006/customXml" ds:itemID="{38B952D7-EB30-489B-97CD-4DF8165C4AB9}">
  <ds:schemaRefs>
    <ds:schemaRef ds:uri="http://schemas.microsoft.com/sharepoint/event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VI07-011 Vorlage Präsentation 16-9 (8)</Template>
  <TotalTime>0</TotalTime>
  <Words>389</Words>
  <Application>Microsoft Office PowerPoint</Application>
  <PresentationFormat>Breitbild</PresentationFormat>
  <Paragraphs>72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7" baseType="lpstr">
      <vt:lpstr>Arial</vt:lpstr>
      <vt:lpstr>Calibri</vt:lpstr>
      <vt:lpstr>Open Sans</vt:lpstr>
      <vt:lpstr>Open Sans ExtraBold</vt:lpstr>
      <vt:lpstr>Open Sans Light</vt:lpstr>
      <vt:lpstr>Open Sans Semibold</vt:lpstr>
      <vt:lpstr>Open Sans Semibold</vt:lpstr>
      <vt:lpstr>Symbol</vt:lpstr>
      <vt:lpstr>Wingdings</vt:lpstr>
      <vt:lpstr>S&amp;N Design</vt:lpstr>
      <vt:lpstr>PowerPoint-Präsentation</vt:lpstr>
      <vt:lpstr>Was ist ein Coding Dojo</vt:lpstr>
      <vt:lpstr>Kein Dojo ohne Fokusthema</vt:lpstr>
      <vt:lpstr>Randori-Stil</vt:lpstr>
      <vt:lpstr>Hinter den Kulissen</vt:lpstr>
      <vt:lpstr>Setting vorbereiten</vt:lpstr>
      <vt:lpstr>Auf geht‘s…</vt:lpstr>
    </vt:vector>
  </TitlesOfParts>
  <Company>S&amp;N Invent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Kompetenzpräsentation</dc:title>
  <dc:creator>Heyne, Nicole</dc:creator>
  <cp:keywords>S&amp;N Invent</cp:keywords>
  <cp:lastModifiedBy>Lessner, Jan</cp:lastModifiedBy>
  <cp:revision>163</cp:revision>
  <dcterms:created xsi:type="dcterms:W3CDTF">2021-11-22T06:34:15Z</dcterms:created>
  <dcterms:modified xsi:type="dcterms:W3CDTF">2025-06-12T07:36:43Z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0x010100EF5765CEE729E1418BE065284ADE3D31</vt:lpwstr>
  </property>
  <property fmtid="{D5CDD505-2E9C-101B-9397-08002B2CF9AE}" pid="3" name="_dlc_DocIdItemGuid">
    <vt:lpwstr>f34c9957-ad12-4f5d-af6f-6ecdbeca9caf</vt:lpwstr>
  </property>
</Properties>
</file>