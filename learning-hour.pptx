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6"/>
  </p:sldMasterIdLst>
  <p:notesMasterIdLst>
    <p:notesMasterId r:id="rId16"/>
  </p:notesMasterIdLst>
  <p:handoutMasterIdLst>
    <p:handoutMasterId r:id="rId17"/>
  </p:handoutMasterIdLst>
  <p:sldIdLst>
    <p:sldId id="1289" r:id="rId7"/>
    <p:sldId id="1302" r:id="rId8"/>
    <p:sldId id="1306" r:id="rId9"/>
    <p:sldId id="1308" r:id="rId10"/>
    <p:sldId id="1301" r:id="rId11"/>
    <p:sldId id="1305" r:id="rId12"/>
    <p:sldId id="1303" r:id="rId13"/>
    <p:sldId id="1304" r:id="rId14"/>
    <p:sldId id="1307" r:id="rId15"/>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61" userDrawn="1">
          <p15:clr>
            <a:srgbClr val="A4A3A4"/>
          </p15:clr>
        </p15:guide>
        <p15:guide id="2" pos="4339" userDrawn="1">
          <p15:clr>
            <a:srgbClr val="A4A3A4"/>
          </p15:clr>
        </p15:guide>
        <p15:guide id="3" pos="1753" userDrawn="1">
          <p15:clr>
            <a:srgbClr val="A4A3A4"/>
          </p15:clr>
        </p15:guide>
        <p15:guide id="4" orient="horz" pos="2455" userDrawn="1">
          <p15:clr>
            <a:srgbClr val="A4A3A4"/>
          </p15:clr>
        </p15:guide>
        <p15:guide id="5" orient="horz" pos="459" userDrawn="1">
          <p15:clr>
            <a:srgbClr val="A4A3A4"/>
          </p15:clr>
        </p15:guide>
        <p15:guide id="6" orient="horz" pos="391" userDrawn="1">
          <p15:clr>
            <a:srgbClr val="A4A3A4"/>
          </p15:clr>
        </p15:guide>
        <p15:guide id="7" orient="horz" pos="527" userDrawn="1">
          <p15:clr>
            <a:srgbClr val="A4A3A4"/>
          </p15:clr>
        </p15:guide>
        <p15:guide id="8" orient="horz" pos="1434" userDrawn="1">
          <p15:clr>
            <a:srgbClr val="A4A3A4"/>
          </p15:clr>
        </p15:guide>
        <p15:guide id="9" orient="horz" pos="1684" userDrawn="1">
          <p15:clr>
            <a:srgbClr val="A4A3A4"/>
          </p15:clr>
        </p15:guide>
        <p15:guide id="10" pos="3500" userDrawn="1">
          <p15:clr>
            <a:srgbClr val="A4A3A4"/>
          </p15:clr>
        </p15:guide>
        <p15:guide id="11" orient="horz" pos="278" userDrawn="1">
          <p15:clr>
            <a:srgbClr val="A4A3A4"/>
          </p15:clr>
        </p15:guide>
        <p15:guide id="12" orient="horz" pos="10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everungen, Markus" initials="MaBev" lastIdx="14" clrIdx="0">
    <p:extLst>
      <p:ext uri="{19B8F6BF-5375-455C-9EA6-DF929625EA0E}">
        <p15:presenceInfo xmlns:p15="http://schemas.microsoft.com/office/powerpoint/2012/main" userId="Beverungen, Marku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49927"/>
    <a:srgbClr val="F9C587"/>
    <a:srgbClr val="54606D"/>
    <a:srgbClr val="000000"/>
    <a:srgbClr val="FFFFFF"/>
    <a:srgbClr val="FFECAF"/>
    <a:srgbClr val="54606C"/>
    <a:srgbClr val="008DD2"/>
    <a:srgbClr val="7BA2BD"/>
    <a:srgbClr val="C8F6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7465" autoAdjust="0"/>
  </p:normalViewPr>
  <p:slideViewPr>
    <p:cSldViewPr showGuides="1">
      <p:cViewPr varScale="1">
        <p:scale>
          <a:sx n="99" d="100"/>
          <a:sy n="99" d="100"/>
        </p:scale>
        <p:origin x="402" y="84"/>
      </p:cViewPr>
      <p:guideLst>
        <p:guide orient="horz" pos="1661"/>
        <p:guide pos="4339"/>
        <p:guide pos="1753"/>
        <p:guide orient="horz" pos="2455"/>
        <p:guide orient="horz" pos="459"/>
        <p:guide orient="horz" pos="391"/>
        <p:guide orient="horz" pos="527"/>
        <p:guide orient="horz" pos="1434"/>
        <p:guide orient="horz" pos="1684"/>
        <p:guide pos="3500"/>
        <p:guide orient="horz" pos="278"/>
        <p:guide orient="horz" pos="1071"/>
      </p:guideLst>
    </p:cSldViewPr>
  </p:slideViewPr>
  <p:notesTextViewPr>
    <p:cViewPr>
      <p:scale>
        <a:sx n="125" d="100"/>
        <a:sy n="125" d="100"/>
      </p:scale>
      <p:origin x="0" y="0"/>
    </p:cViewPr>
  </p:notesTextViewPr>
  <p:sorterViewPr>
    <p:cViewPr>
      <p:scale>
        <a:sx n="100" d="100"/>
        <a:sy n="100" d="100"/>
      </p:scale>
      <p:origin x="0" y="-7302"/>
    </p:cViewPr>
  </p:sorterViewPr>
  <p:notesViewPr>
    <p:cSldViewPr showGuides="1">
      <p:cViewPr varScale="1">
        <p:scale>
          <a:sx n="122" d="100"/>
          <a:sy n="122" d="100"/>
        </p:scale>
        <p:origin x="670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5" Type="http://schemas.openxmlformats.org/officeDocument/2006/relationships/customXml" Target="../customXml/item5.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34F6EB0D-D772-4557-A688-DA7AE2B555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a:extLst>
              <a:ext uri="{FF2B5EF4-FFF2-40B4-BE49-F238E27FC236}">
                <a16:creationId xmlns:a16="http://schemas.microsoft.com/office/drawing/2014/main" id="{BD8FC5E7-6CAA-4708-B4DB-E3E887E0F6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7D6DC5-306E-4ABC-9AC8-E2C0D65491EF}" type="datetimeFigureOut">
              <a:rPr lang="de-DE" smtClean="0"/>
              <a:t>09.07.2025</a:t>
            </a:fld>
            <a:endParaRPr lang="de-DE"/>
          </a:p>
        </p:txBody>
      </p:sp>
      <p:sp>
        <p:nvSpPr>
          <p:cNvPr id="4" name="Fußzeilenplatzhalter 3">
            <a:extLst>
              <a:ext uri="{FF2B5EF4-FFF2-40B4-BE49-F238E27FC236}">
                <a16:creationId xmlns:a16="http://schemas.microsoft.com/office/drawing/2014/main" id="{8BAD9863-79C9-4BD7-8727-11938FD412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a:extLst>
              <a:ext uri="{FF2B5EF4-FFF2-40B4-BE49-F238E27FC236}">
                <a16:creationId xmlns:a16="http://schemas.microsoft.com/office/drawing/2014/main" id="{939760EA-234E-4A3E-8D26-66D439C50B1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05ADE28-339C-4973-BA41-0766E9564F1C}" type="slidenum">
              <a:rPr lang="de-DE" smtClean="0"/>
              <a:t>‹Nr.›</a:t>
            </a:fld>
            <a:endParaRPr lang="de-DE"/>
          </a:p>
        </p:txBody>
      </p:sp>
    </p:spTree>
    <p:extLst>
      <p:ext uri="{BB962C8B-B14F-4D97-AF65-F5344CB8AC3E}">
        <p14:creationId xmlns:p14="http://schemas.microsoft.com/office/powerpoint/2010/main" val="4298589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052A35-9683-4BC0-AC46-092FDEE29B6E}" type="datetimeFigureOut">
              <a:rPr lang="de-DE" smtClean="0"/>
              <a:t>09.07.2025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E902A3-DE93-4BBB-982D-2089ADBEE5D6}" type="slidenum">
              <a:rPr lang="de-DE" smtClean="0"/>
              <a:t>‹Nr.›</a:t>
            </a:fld>
            <a:endParaRPr lang="de-DE"/>
          </a:p>
        </p:txBody>
      </p:sp>
    </p:spTree>
    <p:extLst>
      <p:ext uri="{BB962C8B-B14F-4D97-AF65-F5344CB8AC3E}">
        <p14:creationId xmlns:p14="http://schemas.microsoft.com/office/powerpoint/2010/main" val="2767660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D6B2CDE4-1BC4-4D39-A80E-286EFB0FED6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1" name="직사각형 29">
            <a:extLst>
              <a:ext uri="{FF2B5EF4-FFF2-40B4-BE49-F238E27FC236}">
                <a16:creationId xmlns:a16="http://schemas.microsoft.com/office/drawing/2014/main" id="{60175E29-EC1D-4A25-B092-78551F27ED51}"/>
              </a:ext>
            </a:extLst>
          </p:cNvPr>
          <p:cNvSpPr/>
          <p:nvPr userDrawn="1"/>
        </p:nvSpPr>
        <p:spPr>
          <a:xfrm>
            <a:off x="0" y="901"/>
            <a:ext cx="12192000" cy="5873706"/>
          </a:xfrm>
          <a:prstGeom prst="rect">
            <a:avLst/>
          </a:prstGeom>
          <a:solidFill>
            <a:srgbClr val="54606C">
              <a:alpha val="65000"/>
            </a:srgbClr>
          </a:solidFill>
          <a:ln w="12700" cap="flat" cmpd="sng" algn="ctr">
            <a:noFill/>
            <a:prstDash val="solid"/>
            <a:miter lim="800000"/>
          </a:ln>
          <a:effectLst/>
        </p:spPr>
        <p:txBody>
          <a:bodyPr rtlCol="0" anchor="ctr"/>
          <a:lstStyle/>
          <a:p>
            <a:pPr marL="0" marR="0" lvl="0" indent="0" algn="l" defTabSz="914400" eaLnBrk="1" fontAlgn="auto" latinLnBrk="1" hangingPunct="1">
              <a:lnSpc>
                <a:spcPct val="100000"/>
              </a:lnSpc>
              <a:spcBef>
                <a:spcPts val="0"/>
              </a:spcBef>
              <a:spcAft>
                <a:spcPts val="0"/>
              </a:spcAft>
              <a:buClrTx/>
              <a:buSzTx/>
              <a:buFontTx/>
              <a:buNone/>
              <a:tabLst/>
              <a:defRPr/>
            </a:pPr>
            <a:r>
              <a:rPr kumimoji="0" lang="de-DE" altLang="ko-KR" sz="1800" b="0" i="0" u="none" strike="noStrike" kern="0" cap="none" spc="0" normalizeH="0" baseline="0" noProof="0" dirty="0">
                <a:ln>
                  <a:noFill/>
                </a:ln>
                <a:solidFill>
                  <a:prstClr val="white"/>
                </a:solidFill>
                <a:effectLst/>
                <a:uLnTx/>
                <a:uFillTx/>
                <a:latin typeface="+mn-lt"/>
                <a:ea typeface="굴림" panose="020B0600000101010101" pitchFamily="34" charset="-127"/>
                <a:cs typeface="Arial" panose="020B0604020202020204" pitchFamily="34" charset="0"/>
              </a:rPr>
              <a:t> </a:t>
            </a:r>
            <a:endParaRPr kumimoji="0" lang="ko-KR" altLang="en-US" sz="1800" b="0" i="0" u="none" strike="noStrike" kern="0" cap="none" spc="0" normalizeH="0" baseline="0" noProof="0" dirty="0">
              <a:ln>
                <a:noFill/>
              </a:ln>
              <a:solidFill>
                <a:prstClr val="white"/>
              </a:solidFill>
              <a:effectLst/>
              <a:uLnTx/>
              <a:uFillTx/>
              <a:latin typeface="+mn-lt"/>
              <a:ea typeface="굴림" panose="020B0600000101010101" pitchFamily="34" charset="-127"/>
              <a:cs typeface="Arial" panose="020B0604020202020204" pitchFamily="34" charset="0"/>
            </a:endParaRPr>
          </a:p>
        </p:txBody>
      </p:sp>
      <p:sp>
        <p:nvSpPr>
          <p:cNvPr id="13" name="Titel 12">
            <a:extLst>
              <a:ext uri="{FF2B5EF4-FFF2-40B4-BE49-F238E27FC236}">
                <a16:creationId xmlns:a16="http://schemas.microsoft.com/office/drawing/2014/main" id="{D6577CF3-1092-4250-9D3E-FC13D61C0138}"/>
              </a:ext>
            </a:extLst>
          </p:cNvPr>
          <p:cNvSpPr>
            <a:spLocks noGrp="1"/>
          </p:cNvSpPr>
          <p:nvPr>
            <p:ph type="title" hasCustomPrompt="1"/>
          </p:nvPr>
        </p:nvSpPr>
        <p:spPr>
          <a:xfrm>
            <a:off x="1511461" y="2502684"/>
            <a:ext cx="9093202" cy="1325563"/>
          </a:xfrm>
        </p:spPr>
        <p:txBody>
          <a:bodyPr>
            <a:noAutofit/>
          </a:bodyPr>
          <a:lstStyle>
            <a:lvl1pPr algn="l">
              <a:defRPr sz="360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de-DE" dirty="0"/>
              <a:t>Titel</a:t>
            </a:r>
          </a:p>
        </p:txBody>
      </p:sp>
      <p:sp>
        <p:nvSpPr>
          <p:cNvPr id="18" name="Textplatzhalter 17">
            <a:extLst>
              <a:ext uri="{FF2B5EF4-FFF2-40B4-BE49-F238E27FC236}">
                <a16:creationId xmlns:a16="http://schemas.microsoft.com/office/drawing/2014/main" id="{2030225C-BAD1-4918-AD4C-044A3C5EB521}"/>
              </a:ext>
            </a:extLst>
          </p:cNvPr>
          <p:cNvSpPr>
            <a:spLocks noGrp="1"/>
          </p:cNvSpPr>
          <p:nvPr>
            <p:ph type="body" sz="quarter" idx="10" hasCustomPrompt="1"/>
          </p:nvPr>
        </p:nvSpPr>
        <p:spPr>
          <a:xfrm>
            <a:off x="1538848" y="4502106"/>
            <a:ext cx="9460236" cy="455069"/>
          </a:xfrm>
        </p:spPr>
        <p:txBody>
          <a:bodyPr>
            <a:noAutofit/>
          </a:bodyPr>
          <a:lstStyle>
            <a:lvl1pPr marL="0" indent="0" algn="r">
              <a:buNone/>
              <a:defRPr sz="240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dirty="0"/>
              <a:t>Name, Funktion</a:t>
            </a:r>
          </a:p>
        </p:txBody>
      </p:sp>
      <p:sp>
        <p:nvSpPr>
          <p:cNvPr id="29" name="직사각형 42">
            <a:extLst>
              <a:ext uri="{FF2B5EF4-FFF2-40B4-BE49-F238E27FC236}">
                <a16:creationId xmlns:a16="http://schemas.microsoft.com/office/drawing/2014/main" id="{12D0F5B0-3A68-4598-9AD6-D3820150CAE7}"/>
              </a:ext>
            </a:extLst>
          </p:cNvPr>
          <p:cNvSpPr/>
          <p:nvPr userDrawn="1"/>
        </p:nvSpPr>
        <p:spPr>
          <a:xfrm>
            <a:off x="1466849" y="-1"/>
            <a:ext cx="72000" cy="1777397"/>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39" name="Textplatzhalter 17">
            <a:extLst>
              <a:ext uri="{FF2B5EF4-FFF2-40B4-BE49-F238E27FC236}">
                <a16:creationId xmlns:a16="http://schemas.microsoft.com/office/drawing/2014/main" id="{63B290A0-5B3A-4148-A2B1-DAF5FD714364}"/>
              </a:ext>
            </a:extLst>
          </p:cNvPr>
          <p:cNvSpPr>
            <a:spLocks noGrp="1"/>
          </p:cNvSpPr>
          <p:nvPr>
            <p:ph type="body" sz="quarter" idx="11" hasCustomPrompt="1"/>
          </p:nvPr>
        </p:nvSpPr>
        <p:spPr>
          <a:xfrm>
            <a:off x="1531182" y="4957175"/>
            <a:ext cx="9460236" cy="455069"/>
          </a:xfrm>
        </p:spPr>
        <p:txBody>
          <a:bodyPr>
            <a:noAutofit/>
          </a:bodyPr>
          <a:lstStyle>
            <a:lvl1pPr marL="0" indent="0" algn="r">
              <a:buNone/>
              <a:defRPr sz="240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dirty="0"/>
              <a:t>Ort, Datum</a:t>
            </a:r>
          </a:p>
        </p:txBody>
      </p:sp>
      <p:sp>
        <p:nvSpPr>
          <p:cNvPr id="41" name="Untertitel 2">
            <a:extLst>
              <a:ext uri="{FF2B5EF4-FFF2-40B4-BE49-F238E27FC236}">
                <a16:creationId xmlns:a16="http://schemas.microsoft.com/office/drawing/2014/main" id="{5AAD71F2-D4E8-41E2-9CAE-AF20A700E2D2}"/>
              </a:ext>
            </a:extLst>
          </p:cNvPr>
          <p:cNvSpPr>
            <a:spLocks noGrp="1"/>
          </p:cNvSpPr>
          <p:nvPr>
            <p:ph type="subTitle" idx="1" hasCustomPrompt="1"/>
          </p:nvPr>
        </p:nvSpPr>
        <p:spPr>
          <a:xfrm>
            <a:off x="1538848" y="540326"/>
            <a:ext cx="9065815" cy="1237069"/>
          </a:xfrm>
        </p:spPr>
        <p:txBody>
          <a:bodyPr anchor="ctr">
            <a:normAutofit/>
          </a:bodyPr>
          <a:lstStyle>
            <a:lvl1pPr marL="0" indent="0" algn="l">
              <a:buNone/>
              <a:defRPr sz="240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Konkretisierende Beschreibung des Inhalts / Kundenreferenz</a:t>
            </a:r>
          </a:p>
        </p:txBody>
      </p:sp>
      <p:sp>
        <p:nvSpPr>
          <p:cNvPr id="2" name="Rechteck 1">
            <a:extLst>
              <a:ext uri="{FF2B5EF4-FFF2-40B4-BE49-F238E27FC236}">
                <a16:creationId xmlns:a16="http://schemas.microsoft.com/office/drawing/2014/main" id="{76106938-4D17-4DA0-9FAB-CBBB75FE8713}"/>
              </a:ext>
            </a:extLst>
          </p:cNvPr>
          <p:cNvSpPr/>
          <p:nvPr userDrawn="1"/>
        </p:nvSpPr>
        <p:spPr bwMode="auto">
          <a:xfrm>
            <a:off x="0" y="5874607"/>
            <a:ext cx="12192000" cy="984294"/>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0" name="직사각형 43">
            <a:extLst>
              <a:ext uri="{FF2B5EF4-FFF2-40B4-BE49-F238E27FC236}">
                <a16:creationId xmlns:a16="http://schemas.microsoft.com/office/drawing/2014/main" id="{0E6D6730-3B66-4D12-B9C5-DA95F3FB4C5E}"/>
              </a:ext>
            </a:extLst>
          </p:cNvPr>
          <p:cNvSpPr/>
          <p:nvPr userDrawn="1"/>
        </p:nvSpPr>
        <p:spPr>
          <a:xfrm>
            <a:off x="10991418" y="4491649"/>
            <a:ext cx="72000" cy="2366351"/>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pic>
        <p:nvPicPr>
          <p:cNvPr id="12" name="Grafik 11">
            <a:extLst>
              <a:ext uri="{FF2B5EF4-FFF2-40B4-BE49-F238E27FC236}">
                <a16:creationId xmlns:a16="http://schemas.microsoft.com/office/drawing/2014/main" id="{E47C401B-6D5B-416B-8CF8-3737624464A1}"/>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337410" y="6193199"/>
            <a:ext cx="2706438" cy="433893"/>
          </a:xfrm>
          <a:prstGeom prst="rect">
            <a:avLst/>
          </a:prstGeom>
        </p:spPr>
      </p:pic>
    </p:spTree>
    <p:extLst>
      <p:ext uri="{BB962C8B-B14F-4D97-AF65-F5344CB8AC3E}">
        <p14:creationId xmlns:p14="http://schemas.microsoft.com/office/powerpoint/2010/main" val="2292999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kurz">
    <p:bg>
      <p:bgPr>
        <a:solidFill>
          <a:schemeClr val="bg1">
            <a:alpha val="65000"/>
          </a:schemeClr>
        </a:solidFill>
        <a:effectLst/>
      </p:bgPr>
    </p:bg>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179CF38A-CBDD-41D0-B85B-BF140B9F833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3" name="직사각형 46">
            <a:extLst>
              <a:ext uri="{FF2B5EF4-FFF2-40B4-BE49-F238E27FC236}">
                <a16:creationId xmlns:a16="http://schemas.microsoft.com/office/drawing/2014/main" id="{D95C4BCC-7649-43A3-9611-E3DC1346DB65}"/>
              </a:ext>
            </a:extLst>
          </p:cNvPr>
          <p:cNvSpPr/>
          <p:nvPr userDrawn="1"/>
        </p:nvSpPr>
        <p:spPr>
          <a:xfrm>
            <a:off x="-5645" y="2377100"/>
            <a:ext cx="12192000" cy="4473576"/>
          </a:xfrm>
          <a:prstGeom prst="rect">
            <a:avLst/>
          </a:prstGeom>
          <a:solidFill>
            <a:srgbClr val="54606C">
              <a:alpha val="65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15" name="직사각형 48">
            <a:extLst>
              <a:ext uri="{FF2B5EF4-FFF2-40B4-BE49-F238E27FC236}">
                <a16:creationId xmlns:a16="http://schemas.microsoft.com/office/drawing/2014/main" id="{7C6CBB60-83E8-477F-B5CA-29A975011A80}"/>
              </a:ext>
            </a:extLst>
          </p:cNvPr>
          <p:cNvSpPr/>
          <p:nvPr/>
        </p:nvSpPr>
        <p:spPr>
          <a:xfrm>
            <a:off x="-5645" y="2377100"/>
            <a:ext cx="12209483" cy="1952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Open Sans Light" panose="020B0306030504020204" pitchFamily="34" charset="0"/>
              <a:cs typeface="Open Sans Light" panose="020B0306030504020204" pitchFamily="34" charset="0"/>
            </a:endParaRPr>
          </a:p>
        </p:txBody>
      </p:sp>
      <p:sp>
        <p:nvSpPr>
          <p:cNvPr id="35" name="Textplatzhalter 34">
            <a:extLst>
              <a:ext uri="{FF2B5EF4-FFF2-40B4-BE49-F238E27FC236}">
                <a16:creationId xmlns:a16="http://schemas.microsoft.com/office/drawing/2014/main" id="{70F5E6E5-8A83-4BCD-9B85-7F02A953EBCE}"/>
              </a:ext>
            </a:extLst>
          </p:cNvPr>
          <p:cNvSpPr>
            <a:spLocks noGrp="1"/>
          </p:cNvSpPr>
          <p:nvPr userDrawn="1">
            <p:ph type="body" sz="quarter" idx="13" hasCustomPrompt="1"/>
          </p:nvPr>
        </p:nvSpPr>
        <p:spPr>
          <a:xfrm>
            <a:off x="1057477" y="2612006"/>
            <a:ext cx="2250000" cy="461665"/>
          </a:xfrm>
        </p:spPr>
        <p:txBody>
          <a:bodyPr>
            <a:spAutoFit/>
          </a:bodyPr>
          <a:lstStyle>
            <a:lvl1pPr marL="0" indent="0">
              <a:buNone/>
              <a:defRPr>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dirty="0"/>
              <a:t>Nr.</a:t>
            </a:r>
          </a:p>
        </p:txBody>
      </p:sp>
      <p:sp>
        <p:nvSpPr>
          <p:cNvPr id="36" name="Textplatzhalter 34">
            <a:extLst>
              <a:ext uri="{FF2B5EF4-FFF2-40B4-BE49-F238E27FC236}">
                <a16:creationId xmlns:a16="http://schemas.microsoft.com/office/drawing/2014/main" id="{99ECB47A-B392-4D95-B0CE-5A4A118CD4F9}"/>
              </a:ext>
            </a:extLst>
          </p:cNvPr>
          <p:cNvSpPr>
            <a:spLocks noGrp="1"/>
          </p:cNvSpPr>
          <p:nvPr userDrawn="1">
            <p:ph type="body" sz="quarter" idx="14" hasCustomPrompt="1"/>
          </p:nvPr>
        </p:nvSpPr>
        <p:spPr>
          <a:xfrm>
            <a:off x="1057477" y="3269803"/>
            <a:ext cx="2250000" cy="461665"/>
          </a:xfrm>
        </p:spPr>
        <p:txBody>
          <a:bodyPr>
            <a:spAutoFit/>
          </a:bodyPr>
          <a:lstStyle>
            <a:lvl1pPr marL="0" indent="0">
              <a:buNone/>
              <a:defRPr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dirty="0" err="1"/>
              <a:t>Agendapkt</a:t>
            </a:r>
            <a:r>
              <a:rPr lang="de-DE" dirty="0"/>
              <a:t>.</a:t>
            </a:r>
          </a:p>
        </p:txBody>
      </p:sp>
      <p:sp>
        <p:nvSpPr>
          <p:cNvPr id="42" name="Textplatzhalter 34">
            <a:extLst>
              <a:ext uri="{FF2B5EF4-FFF2-40B4-BE49-F238E27FC236}">
                <a16:creationId xmlns:a16="http://schemas.microsoft.com/office/drawing/2014/main" id="{0ED40921-F65C-4A5B-A5E0-5DC522AA4CB3}"/>
              </a:ext>
            </a:extLst>
          </p:cNvPr>
          <p:cNvSpPr>
            <a:spLocks noGrp="1"/>
          </p:cNvSpPr>
          <p:nvPr>
            <p:ph type="body" sz="quarter" idx="16" hasCustomPrompt="1"/>
          </p:nvPr>
        </p:nvSpPr>
        <p:spPr>
          <a:xfrm>
            <a:off x="3669444" y="3269803"/>
            <a:ext cx="2250000" cy="461665"/>
          </a:xfrm>
        </p:spPr>
        <p:txBody>
          <a:bodyPr>
            <a:spAutoFit/>
          </a:bodyPr>
          <a:lstStyle>
            <a:lvl1pPr marL="0" indent="0">
              <a:buNone/>
              <a:defRPr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dirty="0" err="1"/>
              <a:t>Agendapkt</a:t>
            </a:r>
            <a:r>
              <a:rPr lang="de-DE" dirty="0"/>
              <a:t>.</a:t>
            </a:r>
          </a:p>
        </p:txBody>
      </p:sp>
      <p:sp>
        <p:nvSpPr>
          <p:cNvPr id="43" name="Textplatzhalter 34">
            <a:extLst>
              <a:ext uri="{FF2B5EF4-FFF2-40B4-BE49-F238E27FC236}">
                <a16:creationId xmlns:a16="http://schemas.microsoft.com/office/drawing/2014/main" id="{4AAB524D-2EDB-478A-993A-C3F82C1EBED8}"/>
              </a:ext>
            </a:extLst>
          </p:cNvPr>
          <p:cNvSpPr>
            <a:spLocks noGrp="1"/>
          </p:cNvSpPr>
          <p:nvPr>
            <p:ph type="body" sz="quarter" idx="17" hasCustomPrompt="1"/>
          </p:nvPr>
        </p:nvSpPr>
        <p:spPr>
          <a:xfrm>
            <a:off x="3669444" y="2612006"/>
            <a:ext cx="2250000" cy="461665"/>
          </a:xfrm>
        </p:spPr>
        <p:txBody>
          <a:bodyPr>
            <a:spAutoFit/>
          </a:bodyPr>
          <a:lstStyle>
            <a:lvl1pPr marL="0" indent="0">
              <a:buNone/>
              <a:defRPr>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dirty="0"/>
              <a:t>Nr.</a:t>
            </a:r>
          </a:p>
        </p:txBody>
      </p:sp>
      <p:sp>
        <p:nvSpPr>
          <p:cNvPr id="44" name="Textplatzhalter 34">
            <a:extLst>
              <a:ext uri="{FF2B5EF4-FFF2-40B4-BE49-F238E27FC236}">
                <a16:creationId xmlns:a16="http://schemas.microsoft.com/office/drawing/2014/main" id="{CEC13680-A1A2-4B20-935B-6DA0080084D0}"/>
              </a:ext>
            </a:extLst>
          </p:cNvPr>
          <p:cNvSpPr>
            <a:spLocks noGrp="1"/>
          </p:cNvSpPr>
          <p:nvPr>
            <p:ph type="body" sz="quarter" idx="18" hasCustomPrompt="1"/>
          </p:nvPr>
        </p:nvSpPr>
        <p:spPr>
          <a:xfrm>
            <a:off x="6281411" y="3269803"/>
            <a:ext cx="2250000" cy="461665"/>
          </a:xfrm>
        </p:spPr>
        <p:txBody>
          <a:bodyPr>
            <a:spAutoFit/>
          </a:bodyPr>
          <a:lstStyle>
            <a:lvl1pPr marL="0" indent="0">
              <a:buNone/>
              <a:defRPr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dirty="0" err="1"/>
              <a:t>Agendapkt</a:t>
            </a:r>
            <a:r>
              <a:rPr lang="de-DE" dirty="0"/>
              <a:t>.</a:t>
            </a:r>
          </a:p>
        </p:txBody>
      </p:sp>
      <p:sp>
        <p:nvSpPr>
          <p:cNvPr id="45" name="Textplatzhalter 34">
            <a:extLst>
              <a:ext uri="{FF2B5EF4-FFF2-40B4-BE49-F238E27FC236}">
                <a16:creationId xmlns:a16="http://schemas.microsoft.com/office/drawing/2014/main" id="{F6EACAF3-B973-486F-9DC8-7EC68CD0901D}"/>
              </a:ext>
            </a:extLst>
          </p:cNvPr>
          <p:cNvSpPr>
            <a:spLocks noGrp="1"/>
          </p:cNvSpPr>
          <p:nvPr>
            <p:ph type="body" sz="quarter" idx="19" hasCustomPrompt="1"/>
          </p:nvPr>
        </p:nvSpPr>
        <p:spPr>
          <a:xfrm>
            <a:off x="6281411" y="2612006"/>
            <a:ext cx="2250000" cy="461665"/>
          </a:xfrm>
        </p:spPr>
        <p:txBody>
          <a:bodyPr>
            <a:spAutoFit/>
          </a:bodyPr>
          <a:lstStyle>
            <a:lvl1pPr marL="0" indent="0">
              <a:buNone/>
              <a:defRPr>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dirty="0"/>
              <a:t>Nr.</a:t>
            </a:r>
          </a:p>
        </p:txBody>
      </p:sp>
      <p:sp>
        <p:nvSpPr>
          <p:cNvPr id="46" name="Textplatzhalter 34">
            <a:extLst>
              <a:ext uri="{FF2B5EF4-FFF2-40B4-BE49-F238E27FC236}">
                <a16:creationId xmlns:a16="http://schemas.microsoft.com/office/drawing/2014/main" id="{E9805A5D-0D22-4CF4-A3D4-C4E343AA10AE}"/>
              </a:ext>
            </a:extLst>
          </p:cNvPr>
          <p:cNvSpPr>
            <a:spLocks noGrp="1"/>
          </p:cNvSpPr>
          <p:nvPr>
            <p:ph type="body" sz="quarter" idx="20" hasCustomPrompt="1"/>
          </p:nvPr>
        </p:nvSpPr>
        <p:spPr>
          <a:xfrm>
            <a:off x="8893377" y="3269803"/>
            <a:ext cx="2250000" cy="461665"/>
          </a:xfrm>
        </p:spPr>
        <p:txBody>
          <a:bodyPr>
            <a:spAutoFit/>
          </a:bodyPr>
          <a:lstStyle>
            <a:lvl1pPr marL="0" indent="0">
              <a:buNone/>
              <a:defRPr b="1">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dirty="0" err="1"/>
              <a:t>Agendapkt</a:t>
            </a:r>
            <a:r>
              <a:rPr lang="de-DE" dirty="0"/>
              <a:t>.</a:t>
            </a:r>
          </a:p>
        </p:txBody>
      </p:sp>
      <p:sp>
        <p:nvSpPr>
          <p:cNvPr id="47" name="Textplatzhalter 34">
            <a:extLst>
              <a:ext uri="{FF2B5EF4-FFF2-40B4-BE49-F238E27FC236}">
                <a16:creationId xmlns:a16="http://schemas.microsoft.com/office/drawing/2014/main" id="{25A54727-D021-469F-8B49-816B72B74430}"/>
              </a:ext>
            </a:extLst>
          </p:cNvPr>
          <p:cNvSpPr>
            <a:spLocks noGrp="1"/>
          </p:cNvSpPr>
          <p:nvPr>
            <p:ph type="body" sz="quarter" idx="21" hasCustomPrompt="1"/>
          </p:nvPr>
        </p:nvSpPr>
        <p:spPr>
          <a:xfrm>
            <a:off x="8893377" y="2612006"/>
            <a:ext cx="2250000" cy="461665"/>
          </a:xfrm>
        </p:spPr>
        <p:txBody>
          <a:bodyPr>
            <a:spAutoFit/>
          </a:bodyPr>
          <a:lstStyle>
            <a:lvl1pPr marL="0" indent="0">
              <a:buNone/>
              <a:defRPr>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lvl="0"/>
            <a:r>
              <a:rPr lang="de-DE" dirty="0"/>
              <a:t>Nr.</a:t>
            </a:r>
          </a:p>
        </p:txBody>
      </p:sp>
      <p:sp>
        <p:nvSpPr>
          <p:cNvPr id="4" name="Fußzeilenplatzhalter 3">
            <a:extLst>
              <a:ext uri="{FF2B5EF4-FFF2-40B4-BE49-F238E27FC236}">
                <a16:creationId xmlns:a16="http://schemas.microsoft.com/office/drawing/2014/main" id="{EDC5E4D9-1FEA-49FA-8C99-C747F89EE899}"/>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
        <p:nvSpPr>
          <p:cNvPr id="18" name="Rechteck 17">
            <a:extLst>
              <a:ext uri="{FF2B5EF4-FFF2-40B4-BE49-F238E27FC236}">
                <a16:creationId xmlns:a16="http://schemas.microsoft.com/office/drawing/2014/main" id="{DA5846B7-8D94-456A-BA75-4A952A55EF90}"/>
              </a:ext>
            </a:extLst>
          </p:cNvPr>
          <p:cNvSpPr/>
          <p:nvPr userDrawn="1"/>
        </p:nvSpPr>
        <p:spPr bwMode="auto">
          <a:xfrm>
            <a:off x="0" y="0"/>
            <a:ext cx="12192000" cy="2384423"/>
          </a:xfrm>
          <a:prstGeom prst="rect">
            <a:avLst/>
          </a:prstGeom>
          <a:solidFill>
            <a:schemeClr val="tx2">
              <a:alpha val="70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 name="Titel 1">
            <a:extLst>
              <a:ext uri="{FF2B5EF4-FFF2-40B4-BE49-F238E27FC236}">
                <a16:creationId xmlns:a16="http://schemas.microsoft.com/office/drawing/2014/main" id="{1F48FFF4-BCEE-4909-BB51-6F2DF67D8DAF}"/>
              </a:ext>
            </a:extLst>
          </p:cNvPr>
          <p:cNvSpPr>
            <a:spLocks noGrp="1"/>
          </p:cNvSpPr>
          <p:nvPr>
            <p:ph type="title" hasCustomPrompt="1"/>
          </p:nvPr>
        </p:nvSpPr>
        <p:spPr>
          <a:xfrm>
            <a:off x="551384" y="550800"/>
            <a:ext cx="9862616" cy="758609"/>
          </a:xfrm>
        </p:spPr>
        <p:txBody>
          <a:bodyPr/>
          <a:lstStyle>
            <a:lvl1pPr>
              <a:defRPr>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de-DE" dirty="0" err="1"/>
              <a:t>Agendatitel</a:t>
            </a:r>
            <a:r>
              <a:rPr lang="de-DE" dirty="0"/>
              <a:t> bearbeiten</a:t>
            </a:r>
          </a:p>
        </p:txBody>
      </p:sp>
      <p:pic>
        <p:nvPicPr>
          <p:cNvPr id="10" name="Grafik 9">
            <a:extLst>
              <a:ext uri="{FF2B5EF4-FFF2-40B4-BE49-F238E27FC236}">
                <a16:creationId xmlns:a16="http://schemas.microsoft.com/office/drawing/2014/main" id="{B8F49ED8-C6CC-4CAE-97C6-6EACE6CD8E6C}"/>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013666" y="267192"/>
            <a:ext cx="849867" cy="454180"/>
          </a:xfrm>
          <a:prstGeom prst="rect">
            <a:avLst/>
          </a:prstGeom>
        </p:spPr>
      </p:pic>
      <p:sp>
        <p:nvSpPr>
          <p:cNvPr id="3" name="Datumsplatzhalter 2">
            <a:extLst>
              <a:ext uri="{FF2B5EF4-FFF2-40B4-BE49-F238E27FC236}">
                <a16:creationId xmlns:a16="http://schemas.microsoft.com/office/drawing/2014/main" id="{779D1B75-B07D-4160-A305-07482EE136CF}"/>
              </a:ext>
            </a:extLst>
          </p:cNvPr>
          <p:cNvSpPr>
            <a:spLocks noGrp="1"/>
          </p:cNvSpPr>
          <p:nvPr>
            <p:ph type="dt" sz="half" idx="10"/>
          </p:nvPr>
        </p:nvSpPr>
        <p:spPr/>
        <p:txBody>
          <a:bodyPr/>
          <a:lstStyle>
            <a:lvl1pPr>
              <a:defRPr>
                <a:solidFill>
                  <a:schemeClr val="tx1">
                    <a:lumMod val="40000"/>
                    <a:lumOff val="60000"/>
                  </a:schemeClr>
                </a:solidFill>
              </a:defRPr>
            </a:lvl1pPr>
          </a:lstStyle>
          <a:p>
            <a:fld id="{1E5347CC-51E0-4888-A1E2-77457BC79666}" type="datetime1">
              <a:rPr lang="de-DE" smtClean="0"/>
              <a:t>09.07.2025</a:t>
            </a:fld>
            <a:endParaRPr lang="de-DE" dirty="0"/>
          </a:p>
        </p:txBody>
      </p:sp>
      <p:sp>
        <p:nvSpPr>
          <p:cNvPr id="5" name="Foliennummernplatzhalter 4">
            <a:extLst>
              <a:ext uri="{FF2B5EF4-FFF2-40B4-BE49-F238E27FC236}">
                <a16:creationId xmlns:a16="http://schemas.microsoft.com/office/drawing/2014/main" id="{DD040156-40EC-4CC1-8114-234562DEE9D7}"/>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Tree>
    <p:extLst>
      <p:ext uri="{BB962C8B-B14F-4D97-AF65-F5344CB8AC3E}">
        <p14:creationId xmlns:p14="http://schemas.microsoft.com/office/powerpoint/2010/main" val="6557215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Agend Neu 2">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C01DFD86-757F-4C03-BF00-0732128B31F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43" name="직사각형 21">
            <a:extLst>
              <a:ext uri="{FF2B5EF4-FFF2-40B4-BE49-F238E27FC236}">
                <a16:creationId xmlns:a16="http://schemas.microsoft.com/office/drawing/2014/main" id="{08882A8A-7E30-43D1-A672-E52F242C047C}"/>
              </a:ext>
            </a:extLst>
          </p:cNvPr>
          <p:cNvSpPr/>
          <p:nvPr userDrawn="1"/>
        </p:nvSpPr>
        <p:spPr>
          <a:xfrm>
            <a:off x="3336670" y="-8"/>
            <a:ext cx="8855330" cy="6857998"/>
          </a:xfrm>
          <a:prstGeom prst="rect">
            <a:avLst/>
          </a:prstGeom>
          <a:solidFill>
            <a:srgbClr val="54606C">
              <a:alpha val="65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42" name="직사각형 42">
            <a:extLst>
              <a:ext uri="{FF2B5EF4-FFF2-40B4-BE49-F238E27FC236}">
                <a16:creationId xmlns:a16="http://schemas.microsoft.com/office/drawing/2014/main" id="{95828C8E-5ABC-49F3-A55D-21EF7D1042E0}"/>
              </a:ext>
            </a:extLst>
          </p:cNvPr>
          <p:cNvSpPr/>
          <p:nvPr userDrawn="1"/>
        </p:nvSpPr>
        <p:spPr>
          <a:xfrm>
            <a:off x="3336670" y="0"/>
            <a:ext cx="1200166" cy="6857990"/>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4" name="Fußzeilenplatzhalter 3">
            <a:extLst>
              <a:ext uri="{FF2B5EF4-FFF2-40B4-BE49-F238E27FC236}">
                <a16:creationId xmlns:a16="http://schemas.microsoft.com/office/drawing/2014/main" id="{37B9D330-5DB7-44F3-8418-82D1DEF43CAF}"/>
              </a:ext>
            </a:extLst>
          </p:cNvPr>
          <p:cNvSpPr>
            <a:spLocks noGrp="1"/>
          </p:cNvSpPr>
          <p:nvPr>
            <p:ph type="ftr" sz="quarter" idx="11"/>
          </p:nvPr>
        </p:nvSpPr>
        <p:spPr>
          <a:xfrm>
            <a:off x="1766713" y="6561601"/>
            <a:ext cx="8647289" cy="92333"/>
          </a:xfrm>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
        <p:nvSpPr>
          <p:cNvPr id="5" name="Foliennummernplatzhalter 4">
            <a:extLst>
              <a:ext uri="{FF2B5EF4-FFF2-40B4-BE49-F238E27FC236}">
                <a16:creationId xmlns:a16="http://schemas.microsoft.com/office/drawing/2014/main" id="{4B9AAEBA-B76D-4DB5-AD05-7FA017B229AD}"/>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pic>
        <p:nvPicPr>
          <p:cNvPr id="13" name="Grafik 12">
            <a:extLst>
              <a:ext uri="{FF2B5EF4-FFF2-40B4-BE49-F238E27FC236}">
                <a16:creationId xmlns:a16="http://schemas.microsoft.com/office/drawing/2014/main" id="{8A895E9A-6B2F-420D-9FD4-3422509E45FB}"/>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80726" y="247961"/>
            <a:ext cx="877206" cy="468000"/>
          </a:xfrm>
          <a:prstGeom prst="rect">
            <a:avLst/>
          </a:prstGeom>
        </p:spPr>
      </p:pic>
      <p:sp>
        <p:nvSpPr>
          <p:cNvPr id="12" name="Textplatzhalter 11">
            <a:extLst>
              <a:ext uri="{FF2B5EF4-FFF2-40B4-BE49-F238E27FC236}">
                <a16:creationId xmlns:a16="http://schemas.microsoft.com/office/drawing/2014/main" id="{7D3D31E3-C45D-4C84-B465-2FCD692954B3}"/>
              </a:ext>
            </a:extLst>
          </p:cNvPr>
          <p:cNvSpPr>
            <a:spLocks noGrp="1"/>
          </p:cNvSpPr>
          <p:nvPr>
            <p:ph type="body" sz="quarter" idx="13" hasCustomPrompt="1"/>
          </p:nvPr>
        </p:nvSpPr>
        <p:spPr>
          <a:xfrm>
            <a:off x="3895106" y="2827073"/>
            <a:ext cx="7757985" cy="1215717"/>
          </a:xfrm>
          <a:noFill/>
        </p:spPr>
        <p:txBody>
          <a:bodyPr wrap="square" anchor="ctr">
            <a:spAutoFit/>
          </a:bodyPr>
          <a:lstStyle>
            <a:lvl1pPr marL="896938" indent="-896938">
              <a:lnSpc>
                <a:spcPct val="100000"/>
              </a:lnSpc>
              <a:spcBef>
                <a:spcPts val="3000"/>
              </a:spcBef>
              <a:spcAft>
                <a:spcPts val="0"/>
              </a:spcAft>
              <a:buClr>
                <a:schemeClr val="bg1"/>
              </a:buClr>
              <a:buSzPct val="120000"/>
              <a:buFont typeface="+mj-lt"/>
              <a:buAutoNum type="arabicPeriod"/>
              <a:defRPr b="0">
                <a:solidFill>
                  <a:schemeClr val="bg1"/>
                </a:solidFill>
                <a:latin typeface="+mn-lt"/>
                <a:ea typeface="Open Sans Semibold" panose="020B0706030804020204" pitchFamily="34" charset="0"/>
                <a:cs typeface="Open Sans Semibold" panose="020B0706030804020204" pitchFamily="34" charset="0"/>
              </a:defRPr>
            </a:lvl1pPr>
            <a:lvl2pPr marL="985838" indent="-808038">
              <a:lnSpc>
                <a:spcPct val="100000"/>
              </a:lnSpc>
              <a:spcBef>
                <a:spcPts val="3000"/>
              </a:spcBef>
              <a:spcAft>
                <a:spcPts val="0"/>
              </a:spcAft>
              <a:buClr>
                <a:schemeClr val="bg1"/>
              </a:buClr>
              <a:buFont typeface="+mj-lt"/>
              <a:buAutoNum type="arabicPeriod"/>
              <a:tabLst/>
              <a:defRPr b="1">
                <a:solidFill>
                  <a:schemeClr val="bg1"/>
                </a:solidFill>
                <a:latin typeface="+mn-lt"/>
                <a:ea typeface="Open Sans Semibold" panose="020B0706030804020204" pitchFamily="34" charset="0"/>
                <a:cs typeface="Open Sans Semibold" panose="020B0706030804020204" pitchFamily="34" charset="0"/>
              </a:defRPr>
            </a:lvl2pPr>
            <a:lvl3pPr marL="355600" indent="0">
              <a:spcBef>
                <a:spcPts val="1800"/>
              </a:spcBef>
              <a:buFont typeface="+mj-lt"/>
              <a:buNone/>
              <a:tabLst>
                <a:tab pos="446088" algn="l"/>
              </a:tabLst>
              <a:defRPr>
                <a:solidFill>
                  <a:schemeClr val="accent1"/>
                </a:solidFill>
                <a:latin typeface="Open Sans Semibold" panose="020B0706030804020204" pitchFamily="34" charset="0"/>
                <a:ea typeface="Open Sans Semibold" panose="020B0706030804020204" pitchFamily="34" charset="0"/>
                <a:cs typeface="Open Sans Semibold" panose="020B0706030804020204" pitchFamily="34" charset="0"/>
              </a:defRPr>
            </a:lvl3pPr>
            <a:lvl4pPr marL="1714500" indent="-342900">
              <a:spcBef>
                <a:spcPts val="1800"/>
              </a:spcBef>
              <a:buFont typeface="+mj-lt"/>
              <a:buAutoNum type="arabicPeriod"/>
              <a:defRPr>
                <a:solidFill>
                  <a:schemeClr val="accent1"/>
                </a:solidFill>
                <a:latin typeface="Open Sans Semibold" panose="020B0706030804020204" pitchFamily="34" charset="0"/>
                <a:ea typeface="Open Sans Semibold" panose="020B0706030804020204" pitchFamily="34" charset="0"/>
                <a:cs typeface="Open Sans Semibold" panose="020B0706030804020204" pitchFamily="34" charset="0"/>
              </a:defRPr>
            </a:lvl4pPr>
            <a:lvl5pPr>
              <a:spcBef>
                <a:spcPts val="1800"/>
              </a:spcBef>
              <a:buFont typeface="+mj-lt"/>
              <a:buAutoNum type="arabicPeriod"/>
              <a:defRPr>
                <a:solidFill>
                  <a:schemeClr val="accent1"/>
                </a:solidFill>
                <a:latin typeface="Open Sans Semibold" panose="020B0706030804020204" pitchFamily="34" charset="0"/>
                <a:ea typeface="Open Sans Semibold" panose="020B0706030804020204" pitchFamily="34" charset="0"/>
                <a:cs typeface="Open Sans Semibold" panose="020B0706030804020204" pitchFamily="34" charset="0"/>
              </a:defRPr>
            </a:lvl5pPr>
          </a:lstStyle>
          <a:p>
            <a:pPr lvl="0"/>
            <a:r>
              <a:rPr lang="de-DE" dirty="0" err="1"/>
              <a:t>Agendapunkte</a:t>
            </a:r>
            <a:r>
              <a:rPr lang="de-DE" dirty="0"/>
              <a:t> bearbeiten</a:t>
            </a:r>
          </a:p>
          <a:p>
            <a:pPr lvl="0"/>
            <a:endParaRPr lang="de-DE" dirty="0"/>
          </a:p>
        </p:txBody>
      </p:sp>
      <p:sp>
        <p:nvSpPr>
          <p:cNvPr id="11" name="Rechteck 10">
            <a:extLst>
              <a:ext uri="{FF2B5EF4-FFF2-40B4-BE49-F238E27FC236}">
                <a16:creationId xmlns:a16="http://schemas.microsoft.com/office/drawing/2014/main" id="{A8A13BC4-9401-43FE-A35B-B8FC1BF1F8CB}"/>
              </a:ext>
            </a:extLst>
          </p:cNvPr>
          <p:cNvSpPr/>
          <p:nvPr userDrawn="1"/>
        </p:nvSpPr>
        <p:spPr bwMode="auto">
          <a:xfrm>
            <a:off x="0" y="0"/>
            <a:ext cx="3336670" cy="6857998"/>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Titel 5">
            <a:extLst>
              <a:ext uri="{FF2B5EF4-FFF2-40B4-BE49-F238E27FC236}">
                <a16:creationId xmlns:a16="http://schemas.microsoft.com/office/drawing/2014/main" id="{DE320017-DF38-4877-880E-88E4CA82A24C}"/>
              </a:ext>
            </a:extLst>
          </p:cNvPr>
          <p:cNvSpPr>
            <a:spLocks noGrp="1"/>
          </p:cNvSpPr>
          <p:nvPr>
            <p:ph type="title" hasCustomPrompt="1"/>
          </p:nvPr>
        </p:nvSpPr>
        <p:spPr>
          <a:xfrm>
            <a:off x="478699" y="3055626"/>
            <a:ext cx="2321318" cy="758609"/>
          </a:xfrm>
        </p:spPr>
        <p:txBody>
          <a:bodyPr/>
          <a:lstStyle>
            <a:lvl1pPr algn="ctr">
              <a:defRPr/>
            </a:lvl1pPr>
          </a:lstStyle>
          <a:p>
            <a:r>
              <a:rPr lang="de-DE" dirty="0" err="1"/>
              <a:t>Agendatitel</a:t>
            </a:r>
            <a:r>
              <a:rPr lang="de-DE" dirty="0"/>
              <a:t> bearbeiten</a:t>
            </a:r>
          </a:p>
        </p:txBody>
      </p:sp>
      <p:sp>
        <p:nvSpPr>
          <p:cNvPr id="3" name="Datumsplatzhalter 2">
            <a:extLst>
              <a:ext uri="{FF2B5EF4-FFF2-40B4-BE49-F238E27FC236}">
                <a16:creationId xmlns:a16="http://schemas.microsoft.com/office/drawing/2014/main" id="{536E3A23-F7E2-4E20-9B13-5DE4F6CD0E87}"/>
              </a:ext>
            </a:extLst>
          </p:cNvPr>
          <p:cNvSpPr>
            <a:spLocks noGrp="1"/>
          </p:cNvSpPr>
          <p:nvPr>
            <p:ph type="dt" sz="half" idx="10"/>
          </p:nvPr>
        </p:nvSpPr>
        <p:spPr/>
        <p:txBody>
          <a:bodyPr/>
          <a:lstStyle/>
          <a:p>
            <a:fld id="{AF1CC51D-1C22-4CF3-8FD3-18250F190113}" type="datetime1">
              <a:rPr lang="de-DE" smtClean="0"/>
              <a:t>09.07.2025</a:t>
            </a:fld>
            <a:endParaRPr lang="de-DE" dirty="0"/>
          </a:p>
        </p:txBody>
      </p:sp>
    </p:spTree>
    <p:extLst>
      <p:ext uri="{BB962C8B-B14F-4D97-AF65-F5344CB8AC3E}">
        <p14:creationId xmlns:p14="http://schemas.microsoft.com/office/powerpoint/2010/main" val="1565097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tatement m Bild 1">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B05A16D1-DDF0-4E6D-8917-B478F978526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7" name="Rechteck 16">
            <a:extLst>
              <a:ext uri="{FF2B5EF4-FFF2-40B4-BE49-F238E27FC236}">
                <a16:creationId xmlns:a16="http://schemas.microsoft.com/office/drawing/2014/main" id="{4E598086-6314-4462-81F2-483C6CAD7B71}"/>
              </a:ext>
            </a:extLst>
          </p:cNvPr>
          <p:cNvSpPr/>
          <p:nvPr userDrawn="1"/>
        </p:nvSpPr>
        <p:spPr bwMode="auto">
          <a:xfrm>
            <a:off x="0" y="1618"/>
            <a:ext cx="1455676" cy="6856515"/>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5" name="직사각형 9">
            <a:extLst>
              <a:ext uri="{FF2B5EF4-FFF2-40B4-BE49-F238E27FC236}">
                <a16:creationId xmlns:a16="http://schemas.microsoft.com/office/drawing/2014/main" id="{355B6854-FB17-4182-9AE0-650C1D803EF9}"/>
              </a:ext>
            </a:extLst>
          </p:cNvPr>
          <p:cNvSpPr/>
          <p:nvPr userDrawn="1"/>
        </p:nvSpPr>
        <p:spPr>
          <a:xfrm>
            <a:off x="1461420" y="-1485"/>
            <a:ext cx="10730580" cy="6859485"/>
          </a:xfrm>
          <a:prstGeom prst="rect">
            <a:avLst/>
          </a:prstGeom>
          <a:solidFill>
            <a:srgbClr val="54606C">
              <a:alpha val="65000"/>
            </a:srgbClr>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chemeClr val="bg1"/>
              </a:solidFill>
              <a:effectLst/>
              <a:uLnTx/>
              <a:uFillTx/>
              <a:latin typeface="Arial" panose="020B0604020202020204"/>
              <a:ea typeface="굴림" panose="020B0600000101010101" pitchFamily="34" charset="-127"/>
              <a:cs typeface="+mn-cs"/>
            </a:endParaRPr>
          </a:p>
        </p:txBody>
      </p:sp>
      <p:pic>
        <p:nvPicPr>
          <p:cNvPr id="14" name="Grafik 13">
            <a:extLst>
              <a:ext uri="{FF2B5EF4-FFF2-40B4-BE49-F238E27FC236}">
                <a16:creationId xmlns:a16="http://schemas.microsoft.com/office/drawing/2014/main" id="{BB797188-E7A5-4912-A146-7DDCE1BCA7B2}"/>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80726" y="247961"/>
            <a:ext cx="877206" cy="468000"/>
          </a:xfrm>
          <a:prstGeom prst="rect">
            <a:avLst/>
          </a:prstGeom>
        </p:spPr>
      </p:pic>
      <p:sp>
        <p:nvSpPr>
          <p:cNvPr id="2" name="Titel 1">
            <a:extLst>
              <a:ext uri="{FF2B5EF4-FFF2-40B4-BE49-F238E27FC236}">
                <a16:creationId xmlns:a16="http://schemas.microsoft.com/office/drawing/2014/main" id="{44FA0AA6-E4B4-42BB-8D8A-C4B13E4CA764}"/>
              </a:ext>
            </a:extLst>
          </p:cNvPr>
          <p:cNvSpPr>
            <a:spLocks noGrp="1"/>
          </p:cNvSpPr>
          <p:nvPr>
            <p:ph type="title"/>
          </p:nvPr>
        </p:nvSpPr>
        <p:spPr>
          <a:xfrm>
            <a:off x="2204622" y="549922"/>
            <a:ext cx="8209378" cy="758609"/>
          </a:xfrm>
        </p:spPr>
        <p:txBody>
          <a:bodyPr/>
          <a:lstStyle>
            <a:lvl1pPr>
              <a:defRPr>
                <a:solidFill>
                  <a:schemeClr val="bg1"/>
                </a:solidFill>
              </a:defRPr>
            </a:lvl1pPr>
          </a:lstStyle>
          <a:p>
            <a:r>
              <a:rPr lang="de-DE"/>
              <a:t>Mastertitelformat bearbeiten</a:t>
            </a:r>
            <a:endParaRPr lang="de-DE" dirty="0"/>
          </a:p>
        </p:txBody>
      </p:sp>
      <p:sp>
        <p:nvSpPr>
          <p:cNvPr id="16" name="Bildplatzhalter 15">
            <a:extLst>
              <a:ext uri="{FF2B5EF4-FFF2-40B4-BE49-F238E27FC236}">
                <a16:creationId xmlns:a16="http://schemas.microsoft.com/office/drawing/2014/main" id="{A10E2E90-2EC8-41CE-8896-4D223DD79103}"/>
              </a:ext>
            </a:extLst>
          </p:cNvPr>
          <p:cNvSpPr>
            <a:spLocks noGrp="1"/>
          </p:cNvSpPr>
          <p:nvPr>
            <p:ph type="pic" sz="quarter" idx="14"/>
          </p:nvPr>
        </p:nvSpPr>
        <p:spPr>
          <a:xfrm>
            <a:off x="2204621" y="2436968"/>
            <a:ext cx="3060000" cy="3060000"/>
          </a:xfrm>
        </p:spPr>
        <p:txBody>
          <a:bodyPr/>
          <a:lstStyle>
            <a:lvl1pPr marL="0" indent="0">
              <a:buNone/>
              <a:defRPr/>
            </a:lvl1pPr>
          </a:lstStyle>
          <a:p>
            <a:r>
              <a:rPr lang="de-DE"/>
              <a:t>Bild durch Klicken auf Symbol hinzufügen</a:t>
            </a:r>
            <a:endParaRPr lang="de-DE" dirty="0"/>
          </a:p>
        </p:txBody>
      </p:sp>
      <p:sp>
        <p:nvSpPr>
          <p:cNvPr id="19" name="Textplatzhalter 6">
            <a:extLst>
              <a:ext uri="{FF2B5EF4-FFF2-40B4-BE49-F238E27FC236}">
                <a16:creationId xmlns:a16="http://schemas.microsoft.com/office/drawing/2014/main" id="{EF2AE384-00D7-4146-9451-1FED7D640A69}"/>
              </a:ext>
            </a:extLst>
          </p:cNvPr>
          <p:cNvSpPr>
            <a:spLocks noGrp="1"/>
          </p:cNvSpPr>
          <p:nvPr>
            <p:ph type="body" sz="quarter" idx="16" hasCustomPrompt="1"/>
          </p:nvPr>
        </p:nvSpPr>
        <p:spPr>
          <a:xfrm rot="16200000">
            <a:off x="4276016" y="3451218"/>
            <a:ext cx="2372328" cy="343828"/>
          </a:xfrm>
          <a:solidFill>
            <a:schemeClr val="accent1"/>
          </a:solidFill>
        </p:spPr>
        <p:txBody>
          <a:bodyPr>
            <a:noAutofit/>
          </a:bodyPr>
          <a:lstStyle>
            <a:lvl1pPr marL="0" indent="0" algn="ctr">
              <a:buNone/>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dirty="0"/>
              <a:t>Bildbeschriftung</a:t>
            </a:r>
          </a:p>
        </p:txBody>
      </p:sp>
      <p:sp>
        <p:nvSpPr>
          <p:cNvPr id="5" name="Foliennummernplatzhalter 4">
            <a:extLst>
              <a:ext uri="{FF2B5EF4-FFF2-40B4-BE49-F238E27FC236}">
                <a16:creationId xmlns:a16="http://schemas.microsoft.com/office/drawing/2014/main" id="{4D95EC88-BDB9-429B-B39A-530DAB739EC4}"/>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
        <p:nvSpPr>
          <p:cNvPr id="4" name="Fußzeilenplatzhalter 3">
            <a:extLst>
              <a:ext uri="{FF2B5EF4-FFF2-40B4-BE49-F238E27FC236}">
                <a16:creationId xmlns:a16="http://schemas.microsoft.com/office/drawing/2014/main" id="{C852E32C-1ED5-410F-B1C6-00C5C245E941}"/>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
        <p:nvSpPr>
          <p:cNvPr id="3" name="Datumsplatzhalter 2">
            <a:extLst>
              <a:ext uri="{FF2B5EF4-FFF2-40B4-BE49-F238E27FC236}">
                <a16:creationId xmlns:a16="http://schemas.microsoft.com/office/drawing/2014/main" id="{22E292BF-5545-48C4-8C98-C650E514C21D}"/>
              </a:ext>
            </a:extLst>
          </p:cNvPr>
          <p:cNvSpPr>
            <a:spLocks noGrp="1"/>
          </p:cNvSpPr>
          <p:nvPr>
            <p:ph type="dt" sz="half" idx="10"/>
          </p:nvPr>
        </p:nvSpPr>
        <p:spPr/>
        <p:txBody>
          <a:bodyPr/>
          <a:lstStyle>
            <a:lvl1pPr>
              <a:defRPr>
                <a:solidFill>
                  <a:schemeClr val="tx1">
                    <a:lumMod val="40000"/>
                    <a:lumOff val="60000"/>
                  </a:schemeClr>
                </a:solidFill>
              </a:defRPr>
            </a:lvl1pPr>
          </a:lstStyle>
          <a:p>
            <a:fld id="{843C3ECC-28BA-4648-A791-48E762D6A652}" type="datetime1">
              <a:rPr lang="de-DE" smtClean="0"/>
              <a:t>09.07.2025</a:t>
            </a:fld>
            <a:endParaRPr lang="de-DE" dirty="0"/>
          </a:p>
        </p:txBody>
      </p:sp>
      <p:sp>
        <p:nvSpPr>
          <p:cNvPr id="9" name="Textplatzhalter 8">
            <a:extLst>
              <a:ext uri="{FF2B5EF4-FFF2-40B4-BE49-F238E27FC236}">
                <a16:creationId xmlns:a16="http://schemas.microsoft.com/office/drawing/2014/main" id="{81021F2E-5E3F-4A09-95C3-A5D857328C8D}"/>
              </a:ext>
            </a:extLst>
          </p:cNvPr>
          <p:cNvSpPr>
            <a:spLocks noGrp="1"/>
          </p:cNvSpPr>
          <p:nvPr>
            <p:ph type="body" sz="quarter" idx="17"/>
          </p:nvPr>
        </p:nvSpPr>
        <p:spPr>
          <a:xfrm>
            <a:off x="6796800" y="1990801"/>
            <a:ext cx="5061132" cy="3861736"/>
          </a:xfrm>
        </p:spPr>
        <p:txBody>
          <a:bodyPr/>
          <a:lstStyle>
            <a:lvl1pPr>
              <a:spcBef>
                <a:spcPts val="1800"/>
              </a:spcBef>
              <a:defRPr>
                <a:solidFill>
                  <a:schemeClr val="bg1"/>
                </a:solidFill>
              </a:defRPr>
            </a:lvl1pPr>
            <a:lvl2pPr>
              <a:spcBef>
                <a:spcPts val="1800"/>
              </a:spcBef>
              <a:defRPr>
                <a:solidFill>
                  <a:schemeClr val="bg1"/>
                </a:solidFill>
              </a:defRPr>
            </a:lvl2pPr>
            <a:lvl3pPr>
              <a:spcBef>
                <a:spcPts val="1800"/>
              </a:spcBef>
              <a:defRPr>
                <a:solidFill>
                  <a:schemeClr val="bg1"/>
                </a:solidFill>
              </a:defRPr>
            </a:lvl3pPr>
            <a:lvl4pPr>
              <a:spcBef>
                <a:spcPts val="1800"/>
              </a:spcBef>
              <a:defRPr>
                <a:solidFill>
                  <a:schemeClr val="bg1"/>
                </a:solidFill>
              </a:defRPr>
            </a:lvl4pPr>
            <a:lvl5pPr>
              <a:spcBef>
                <a:spcPts val="1800"/>
              </a:spcBef>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1" name="직사각형 29">
            <a:extLst>
              <a:ext uri="{FF2B5EF4-FFF2-40B4-BE49-F238E27FC236}">
                <a16:creationId xmlns:a16="http://schemas.microsoft.com/office/drawing/2014/main" id="{E9AA2D9A-7B25-40D6-8257-19248CB5E347}"/>
              </a:ext>
            </a:extLst>
          </p:cNvPr>
          <p:cNvSpPr/>
          <p:nvPr userDrawn="1"/>
        </p:nvSpPr>
        <p:spPr>
          <a:xfrm rot="16200000">
            <a:off x="11048509" y="4801380"/>
            <a:ext cx="92333" cy="2194648"/>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Tree>
    <p:extLst>
      <p:ext uri="{BB962C8B-B14F-4D97-AF65-F5344CB8AC3E}">
        <p14:creationId xmlns:p14="http://schemas.microsoft.com/office/powerpoint/2010/main" val="292946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atement m Bild 2">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60E19B3-DB1D-4A98-B826-9F162DB2F51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7" name="직사각형 9">
            <a:extLst>
              <a:ext uri="{FF2B5EF4-FFF2-40B4-BE49-F238E27FC236}">
                <a16:creationId xmlns:a16="http://schemas.microsoft.com/office/drawing/2014/main" id="{BD566C09-647E-4ACC-8D10-D09DE907C985}"/>
              </a:ext>
            </a:extLst>
          </p:cNvPr>
          <p:cNvSpPr/>
          <p:nvPr userDrawn="1"/>
        </p:nvSpPr>
        <p:spPr>
          <a:xfrm>
            <a:off x="1470152" y="0"/>
            <a:ext cx="10721848" cy="6859485"/>
          </a:xfrm>
          <a:prstGeom prst="rect">
            <a:avLst/>
          </a:prstGeom>
          <a:solidFill>
            <a:srgbClr val="54606C">
              <a:alpha val="65000"/>
            </a:srgbClr>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chemeClr val="bg1"/>
              </a:solidFill>
              <a:effectLst/>
              <a:uLnTx/>
              <a:uFillTx/>
              <a:latin typeface="Arial" panose="020B0604020202020204"/>
              <a:ea typeface="굴림" panose="020B0600000101010101" pitchFamily="34" charset="-127"/>
              <a:cs typeface="+mn-cs"/>
            </a:endParaRPr>
          </a:p>
        </p:txBody>
      </p:sp>
      <p:sp>
        <p:nvSpPr>
          <p:cNvPr id="2" name="Titel 1">
            <a:extLst>
              <a:ext uri="{FF2B5EF4-FFF2-40B4-BE49-F238E27FC236}">
                <a16:creationId xmlns:a16="http://schemas.microsoft.com/office/drawing/2014/main" id="{403D6119-2C20-4845-9D62-1E4FA578729D}"/>
              </a:ext>
            </a:extLst>
          </p:cNvPr>
          <p:cNvSpPr>
            <a:spLocks noGrp="1"/>
          </p:cNvSpPr>
          <p:nvPr>
            <p:ph type="title"/>
          </p:nvPr>
        </p:nvSpPr>
        <p:spPr>
          <a:xfrm>
            <a:off x="2203200" y="550800"/>
            <a:ext cx="8208000" cy="758609"/>
          </a:xfrm>
        </p:spPr>
        <p:txBody>
          <a:bodyPr/>
          <a:lstStyle>
            <a:lvl1pPr>
              <a:defRPr>
                <a:solidFill>
                  <a:schemeClr val="bg1"/>
                </a:solidFill>
              </a:defRPr>
            </a:lvl1pPr>
          </a:lstStyle>
          <a:p>
            <a:r>
              <a:rPr lang="de-DE"/>
              <a:t>Mastertitelformat bearbeiten</a:t>
            </a:r>
            <a:endParaRPr lang="de-DE" dirty="0"/>
          </a:p>
        </p:txBody>
      </p:sp>
      <p:pic>
        <p:nvPicPr>
          <p:cNvPr id="10" name="Grafik 9">
            <a:extLst>
              <a:ext uri="{FF2B5EF4-FFF2-40B4-BE49-F238E27FC236}">
                <a16:creationId xmlns:a16="http://schemas.microsoft.com/office/drawing/2014/main" id="{D94A3068-F07E-4559-AEC8-CED839681EFF}"/>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80726" y="247961"/>
            <a:ext cx="877206" cy="468000"/>
          </a:xfrm>
          <a:prstGeom prst="rect">
            <a:avLst/>
          </a:prstGeom>
        </p:spPr>
      </p:pic>
      <p:sp>
        <p:nvSpPr>
          <p:cNvPr id="15" name="직사각형 29">
            <a:extLst>
              <a:ext uri="{FF2B5EF4-FFF2-40B4-BE49-F238E27FC236}">
                <a16:creationId xmlns:a16="http://schemas.microsoft.com/office/drawing/2014/main" id="{24A6D723-DB32-4D5F-A115-111F3C206374}"/>
              </a:ext>
            </a:extLst>
          </p:cNvPr>
          <p:cNvSpPr/>
          <p:nvPr userDrawn="1"/>
        </p:nvSpPr>
        <p:spPr>
          <a:xfrm rot="16200000">
            <a:off x="11048509" y="4801380"/>
            <a:ext cx="92333" cy="2194648"/>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18" name="Textplatzhalter 17">
            <a:extLst>
              <a:ext uri="{FF2B5EF4-FFF2-40B4-BE49-F238E27FC236}">
                <a16:creationId xmlns:a16="http://schemas.microsoft.com/office/drawing/2014/main" id="{ADC07C8A-2781-46BA-8AFD-734E957928C8}"/>
              </a:ext>
            </a:extLst>
          </p:cNvPr>
          <p:cNvSpPr>
            <a:spLocks noGrp="1"/>
          </p:cNvSpPr>
          <p:nvPr>
            <p:ph type="body" sz="quarter" idx="13"/>
          </p:nvPr>
        </p:nvSpPr>
        <p:spPr>
          <a:xfrm>
            <a:off x="6796801" y="1988840"/>
            <a:ext cx="5061132" cy="3862212"/>
          </a:xfrm>
        </p:spPr>
        <p:txBody>
          <a:bodyPr>
            <a:noAutofit/>
          </a:bodyPr>
          <a:lstStyle>
            <a:lvl1pPr>
              <a:spcBef>
                <a:spcPts val="1800"/>
              </a:spcBef>
              <a:defRPr>
                <a:solidFill>
                  <a:schemeClr val="bg1"/>
                </a:solidFill>
              </a:defRPr>
            </a:lvl1pPr>
            <a:lvl2pPr>
              <a:spcBef>
                <a:spcPts val="1800"/>
              </a:spcBef>
              <a:defRPr>
                <a:solidFill>
                  <a:schemeClr val="bg1"/>
                </a:solidFill>
              </a:defRPr>
            </a:lvl2pPr>
            <a:lvl3pPr>
              <a:spcBef>
                <a:spcPts val="1800"/>
              </a:spcBef>
              <a:defRPr>
                <a:solidFill>
                  <a:schemeClr val="bg1"/>
                </a:solidFill>
              </a:defRPr>
            </a:lvl3pPr>
            <a:lvl4pPr>
              <a:spcBef>
                <a:spcPts val="1800"/>
              </a:spcBef>
              <a:defRPr>
                <a:solidFill>
                  <a:schemeClr val="bg1"/>
                </a:solidFill>
              </a:defRPr>
            </a:lvl4pPr>
            <a:lvl5pPr>
              <a:spcBef>
                <a:spcPts val="1800"/>
              </a:spcBef>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5" name="Foliennummernplatzhalter 4">
            <a:extLst>
              <a:ext uri="{FF2B5EF4-FFF2-40B4-BE49-F238E27FC236}">
                <a16:creationId xmlns:a16="http://schemas.microsoft.com/office/drawing/2014/main" id="{6D49F10C-A40C-4A74-A6F5-51F4BB4153EC}"/>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
        <p:nvSpPr>
          <p:cNvPr id="23" name="Rechteck 22">
            <a:extLst>
              <a:ext uri="{FF2B5EF4-FFF2-40B4-BE49-F238E27FC236}">
                <a16:creationId xmlns:a16="http://schemas.microsoft.com/office/drawing/2014/main" id="{157C475B-4147-4512-8D1A-9C8B1F3E3AF7}"/>
              </a:ext>
            </a:extLst>
          </p:cNvPr>
          <p:cNvSpPr/>
          <p:nvPr userDrawn="1"/>
        </p:nvSpPr>
        <p:spPr bwMode="auto">
          <a:xfrm>
            <a:off x="0" y="-1485"/>
            <a:ext cx="1455676" cy="6856515"/>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9" name="그림 6">
            <a:extLst>
              <a:ext uri="{FF2B5EF4-FFF2-40B4-BE49-F238E27FC236}">
                <a16:creationId xmlns:a16="http://schemas.microsoft.com/office/drawing/2014/main" id="{3130A050-6321-4FF7-B5EE-97C7591E4A0E}"/>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933450" y="1634113"/>
            <a:ext cx="5162550" cy="3989823"/>
          </a:xfrm>
          <a:prstGeom prst="rect">
            <a:avLst/>
          </a:prstGeom>
        </p:spPr>
      </p:pic>
      <p:sp>
        <p:nvSpPr>
          <p:cNvPr id="20" name="Inhaltsplatzhalter 19">
            <a:extLst>
              <a:ext uri="{FF2B5EF4-FFF2-40B4-BE49-F238E27FC236}">
                <a16:creationId xmlns:a16="http://schemas.microsoft.com/office/drawing/2014/main" id="{BA98B2F5-F273-485E-A183-E868B3F0E8EB}"/>
              </a:ext>
            </a:extLst>
          </p:cNvPr>
          <p:cNvSpPr>
            <a:spLocks noGrp="1"/>
          </p:cNvSpPr>
          <p:nvPr>
            <p:ph sz="quarter" idx="14"/>
          </p:nvPr>
        </p:nvSpPr>
        <p:spPr>
          <a:xfrm>
            <a:off x="1271465" y="1988840"/>
            <a:ext cx="4437608" cy="239721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3" name="Datumsplatzhalter 2">
            <a:extLst>
              <a:ext uri="{FF2B5EF4-FFF2-40B4-BE49-F238E27FC236}">
                <a16:creationId xmlns:a16="http://schemas.microsoft.com/office/drawing/2014/main" id="{48E439BB-3911-45E4-BD58-549FDA916ECE}"/>
              </a:ext>
            </a:extLst>
          </p:cNvPr>
          <p:cNvSpPr>
            <a:spLocks noGrp="1"/>
          </p:cNvSpPr>
          <p:nvPr>
            <p:ph type="dt" sz="half" idx="10"/>
          </p:nvPr>
        </p:nvSpPr>
        <p:spPr/>
        <p:txBody>
          <a:bodyPr/>
          <a:lstStyle>
            <a:lvl1pPr>
              <a:defRPr>
                <a:solidFill>
                  <a:schemeClr val="tx1">
                    <a:lumMod val="40000"/>
                    <a:lumOff val="60000"/>
                  </a:schemeClr>
                </a:solidFill>
              </a:defRPr>
            </a:lvl1pPr>
          </a:lstStyle>
          <a:p>
            <a:fld id="{D4078B34-1100-4057-AC85-2D835B7BBC46}" type="datetime1">
              <a:rPr lang="de-DE" smtClean="0"/>
              <a:t>09.07.2025</a:t>
            </a:fld>
            <a:endParaRPr lang="de-DE" dirty="0"/>
          </a:p>
        </p:txBody>
      </p:sp>
      <p:sp>
        <p:nvSpPr>
          <p:cNvPr id="4" name="Fußzeilenplatzhalter 3">
            <a:extLst>
              <a:ext uri="{FF2B5EF4-FFF2-40B4-BE49-F238E27FC236}">
                <a16:creationId xmlns:a16="http://schemas.microsoft.com/office/drawing/2014/main" id="{C3A875EE-1263-468A-A5D6-A301CA518BAF}"/>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Tree>
    <p:extLst>
      <p:ext uri="{BB962C8B-B14F-4D97-AF65-F5344CB8AC3E}">
        <p14:creationId xmlns:p14="http://schemas.microsoft.com/office/powerpoint/2010/main" val="2531251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tement m Bild 3">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BAFD88DC-AC65-4CBB-B9FB-A0D3B9B2064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4562475" cy="6858000"/>
          </a:xfrm>
          <a:prstGeom prst="rect">
            <a:avLst/>
          </a:prstGeom>
        </p:spPr>
      </p:pic>
      <p:sp>
        <p:nvSpPr>
          <p:cNvPr id="7" name="Textplatzhalter 6">
            <a:extLst>
              <a:ext uri="{FF2B5EF4-FFF2-40B4-BE49-F238E27FC236}">
                <a16:creationId xmlns:a16="http://schemas.microsoft.com/office/drawing/2014/main" id="{1D265402-7274-423F-A6A6-FCAE30131F4E}"/>
              </a:ext>
            </a:extLst>
          </p:cNvPr>
          <p:cNvSpPr>
            <a:spLocks noGrp="1"/>
          </p:cNvSpPr>
          <p:nvPr>
            <p:ph type="body" sz="quarter" idx="13"/>
          </p:nvPr>
        </p:nvSpPr>
        <p:spPr>
          <a:xfrm>
            <a:off x="6796800" y="1800000"/>
            <a:ext cx="4934468" cy="887768"/>
          </a:xfrm>
          <a:solidFill>
            <a:schemeClr val="bg1"/>
          </a:solidFill>
        </p:spPr>
        <p:txBody>
          <a:bodyPr/>
          <a:lstStyle>
            <a:lvl1pPr marL="0" indent="0">
              <a:buNone/>
              <a:defRPr>
                <a:solidFill>
                  <a:schemeClr val="accent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18" name="Textplatzhalter 6">
            <a:extLst>
              <a:ext uri="{FF2B5EF4-FFF2-40B4-BE49-F238E27FC236}">
                <a16:creationId xmlns:a16="http://schemas.microsoft.com/office/drawing/2014/main" id="{29B64221-5964-4954-8741-03DE8E749AA3}"/>
              </a:ext>
            </a:extLst>
          </p:cNvPr>
          <p:cNvSpPr>
            <a:spLocks noGrp="1"/>
          </p:cNvSpPr>
          <p:nvPr>
            <p:ph type="body" sz="quarter" idx="15"/>
          </p:nvPr>
        </p:nvSpPr>
        <p:spPr>
          <a:xfrm>
            <a:off x="6796800" y="2988000"/>
            <a:ext cx="4934468" cy="3288191"/>
          </a:xfrm>
        </p:spPr>
        <p:txBody>
          <a:bodyPr/>
          <a:lstStyle>
            <a:lvl1pPr marL="342900" indent="-342900">
              <a:spcBef>
                <a:spcPts val="1800"/>
              </a:spcBef>
              <a:buFont typeface="Wingdings" panose="05000000000000000000" pitchFamily="2" charset="2"/>
              <a:buChar char="§"/>
              <a:defRPr>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p:txBody>
      </p:sp>
      <p:sp>
        <p:nvSpPr>
          <p:cNvPr id="14" name="직사각형 9">
            <a:extLst>
              <a:ext uri="{FF2B5EF4-FFF2-40B4-BE49-F238E27FC236}">
                <a16:creationId xmlns:a16="http://schemas.microsoft.com/office/drawing/2014/main" id="{1760561E-CA7F-4FEC-8046-A24B9A265558}"/>
              </a:ext>
            </a:extLst>
          </p:cNvPr>
          <p:cNvSpPr/>
          <p:nvPr userDrawn="1"/>
        </p:nvSpPr>
        <p:spPr>
          <a:xfrm>
            <a:off x="0" y="-2"/>
            <a:ext cx="4558733" cy="6858000"/>
          </a:xfrm>
          <a:prstGeom prst="rect">
            <a:avLst/>
          </a:prstGeom>
          <a:solidFill>
            <a:srgbClr val="54606C">
              <a:alpha val="65000"/>
            </a:srgbClr>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chemeClr val="bg1"/>
              </a:solidFill>
              <a:effectLst/>
              <a:uLnTx/>
              <a:uFillTx/>
              <a:latin typeface="Arial" panose="020B0604020202020204"/>
              <a:ea typeface="굴림" panose="020B0600000101010101" pitchFamily="34" charset="-127"/>
              <a:cs typeface="+mn-cs"/>
            </a:endParaRPr>
          </a:p>
        </p:txBody>
      </p:sp>
      <p:sp>
        <p:nvSpPr>
          <p:cNvPr id="2" name="Titel 1">
            <a:extLst>
              <a:ext uri="{FF2B5EF4-FFF2-40B4-BE49-F238E27FC236}">
                <a16:creationId xmlns:a16="http://schemas.microsoft.com/office/drawing/2014/main" id="{44FA0AA6-E4B4-42BB-8D8A-C4B13E4CA764}"/>
              </a:ext>
            </a:extLst>
          </p:cNvPr>
          <p:cNvSpPr>
            <a:spLocks noGrp="1"/>
          </p:cNvSpPr>
          <p:nvPr>
            <p:ph type="title"/>
          </p:nvPr>
        </p:nvSpPr>
        <p:spPr>
          <a:xfrm>
            <a:off x="448359" y="5102296"/>
            <a:ext cx="3743417" cy="758609"/>
          </a:xfrm>
        </p:spPr>
        <p:txBody>
          <a:bodyPr/>
          <a:lstStyle>
            <a:lvl1pPr>
              <a:defRPr>
                <a:solidFill>
                  <a:schemeClr val="bg1"/>
                </a:solidFill>
              </a:defRPr>
            </a:lvl1pPr>
          </a:lstStyle>
          <a:p>
            <a:r>
              <a:rPr lang="de-DE"/>
              <a:t>Mastertitelformat bearbeiten</a:t>
            </a:r>
            <a:endParaRPr lang="de-DE" dirty="0"/>
          </a:p>
        </p:txBody>
      </p:sp>
      <p:sp>
        <p:nvSpPr>
          <p:cNvPr id="23" name="Bildplatzhalter 15">
            <a:extLst>
              <a:ext uri="{FF2B5EF4-FFF2-40B4-BE49-F238E27FC236}">
                <a16:creationId xmlns:a16="http://schemas.microsoft.com/office/drawing/2014/main" id="{6F14F2D3-596A-4987-8910-C20C1456D1FC}"/>
              </a:ext>
            </a:extLst>
          </p:cNvPr>
          <p:cNvSpPr>
            <a:spLocks noGrp="1"/>
          </p:cNvSpPr>
          <p:nvPr>
            <p:ph type="pic" sz="quarter" idx="17"/>
          </p:nvPr>
        </p:nvSpPr>
        <p:spPr>
          <a:xfrm>
            <a:off x="3453549" y="2398449"/>
            <a:ext cx="2880000" cy="2160000"/>
          </a:xfrm>
        </p:spPr>
        <p:txBody>
          <a:bodyPr/>
          <a:lstStyle>
            <a:lvl1pPr marL="0" indent="0">
              <a:buNone/>
              <a:defRPr>
                <a:solidFill>
                  <a:schemeClr val="tx1"/>
                </a:solidFill>
              </a:defRPr>
            </a:lvl1pPr>
          </a:lstStyle>
          <a:p>
            <a:r>
              <a:rPr lang="de-DE"/>
              <a:t>Bild durch Klicken auf Symbol hinzufügen</a:t>
            </a:r>
            <a:endParaRPr lang="de-DE" dirty="0"/>
          </a:p>
        </p:txBody>
      </p:sp>
      <p:sp>
        <p:nvSpPr>
          <p:cNvPr id="16" name="Bildplatzhalter 15">
            <a:extLst>
              <a:ext uri="{FF2B5EF4-FFF2-40B4-BE49-F238E27FC236}">
                <a16:creationId xmlns:a16="http://schemas.microsoft.com/office/drawing/2014/main" id="{A10E2E90-2EC8-41CE-8896-4D223DD79103}"/>
              </a:ext>
            </a:extLst>
          </p:cNvPr>
          <p:cNvSpPr>
            <a:spLocks noGrp="1"/>
          </p:cNvSpPr>
          <p:nvPr>
            <p:ph type="pic" sz="quarter" idx="14"/>
          </p:nvPr>
        </p:nvSpPr>
        <p:spPr>
          <a:xfrm>
            <a:off x="1006774" y="901038"/>
            <a:ext cx="2880000" cy="2160000"/>
          </a:xfrm>
        </p:spPr>
        <p:txBody>
          <a:bodyPr/>
          <a:lstStyle>
            <a:lvl1pPr marL="0" indent="0">
              <a:buNone/>
              <a:defRPr>
                <a:solidFill>
                  <a:schemeClr val="tx1"/>
                </a:solidFill>
              </a:defRPr>
            </a:lvl1pPr>
          </a:lstStyle>
          <a:p>
            <a:r>
              <a:rPr lang="de-DE"/>
              <a:t>Bild durch Klicken auf Symbol hinzufügen</a:t>
            </a:r>
            <a:endParaRPr lang="de-DE" dirty="0"/>
          </a:p>
        </p:txBody>
      </p:sp>
      <p:sp>
        <p:nvSpPr>
          <p:cNvPr id="13" name="직사각형 42">
            <a:extLst>
              <a:ext uri="{FF2B5EF4-FFF2-40B4-BE49-F238E27FC236}">
                <a16:creationId xmlns:a16="http://schemas.microsoft.com/office/drawing/2014/main" id="{ACBBE4B1-C868-4AB0-80CF-8F4D93F2F62A}"/>
              </a:ext>
            </a:extLst>
          </p:cNvPr>
          <p:cNvSpPr/>
          <p:nvPr userDrawn="1"/>
        </p:nvSpPr>
        <p:spPr>
          <a:xfrm>
            <a:off x="1466849" y="-1"/>
            <a:ext cx="72000" cy="1777397"/>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3" name="Datumsplatzhalter 2">
            <a:extLst>
              <a:ext uri="{FF2B5EF4-FFF2-40B4-BE49-F238E27FC236}">
                <a16:creationId xmlns:a16="http://schemas.microsoft.com/office/drawing/2014/main" id="{22E292BF-5545-48C4-8C98-C650E514C21D}"/>
              </a:ext>
            </a:extLst>
          </p:cNvPr>
          <p:cNvSpPr>
            <a:spLocks noGrp="1"/>
          </p:cNvSpPr>
          <p:nvPr>
            <p:ph type="dt" sz="half" idx="10"/>
          </p:nvPr>
        </p:nvSpPr>
        <p:spPr/>
        <p:txBody>
          <a:bodyPr/>
          <a:lstStyle>
            <a:lvl1pPr>
              <a:defRPr>
                <a:solidFill>
                  <a:schemeClr val="tx1">
                    <a:lumMod val="40000"/>
                    <a:lumOff val="60000"/>
                  </a:schemeClr>
                </a:solidFill>
              </a:defRPr>
            </a:lvl1pPr>
          </a:lstStyle>
          <a:p>
            <a:fld id="{62E99009-138A-4843-A2F8-8E923EF61B41}" type="datetime1">
              <a:rPr lang="de-DE" smtClean="0"/>
              <a:t>09.07.2025</a:t>
            </a:fld>
            <a:endParaRPr lang="de-DE" dirty="0"/>
          </a:p>
        </p:txBody>
      </p:sp>
      <p:sp>
        <p:nvSpPr>
          <p:cNvPr id="5" name="Foliennummernplatzhalter 4">
            <a:extLst>
              <a:ext uri="{FF2B5EF4-FFF2-40B4-BE49-F238E27FC236}">
                <a16:creationId xmlns:a16="http://schemas.microsoft.com/office/drawing/2014/main" id="{4D95EC88-BDB9-429B-B39A-530DAB739EC4}"/>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
        <p:nvSpPr>
          <p:cNvPr id="4" name="Fußzeilenplatzhalter 3">
            <a:extLst>
              <a:ext uri="{FF2B5EF4-FFF2-40B4-BE49-F238E27FC236}">
                <a16:creationId xmlns:a16="http://schemas.microsoft.com/office/drawing/2014/main" id="{C852E32C-1ED5-410F-B1C6-00C5C245E941}"/>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Tree>
    <p:extLst>
      <p:ext uri="{BB962C8B-B14F-4D97-AF65-F5344CB8AC3E}">
        <p14:creationId xmlns:p14="http://schemas.microsoft.com/office/powerpoint/2010/main" val="391788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tatement mit Bild 4">
    <p:spTree>
      <p:nvGrpSpPr>
        <p:cNvPr id="1" name=""/>
        <p:cNvGrpSpPr/>
        <p:nvPr/>
      </p:nvGrpSpPr>
      <p:grpSpPr>
        <a:xfrm>
          <a:off x="0" y="0"/>
          <a:ext cx="0" cy="0"/>
          <a:chOff x="0" y="0"/>
          <a:chExt cx="0" cy="0"/>
        </a:xfrm>
      </p:grpSpPr>
      <p:pic>
        <p:nvPicPr>
          <p:cNvPr id="15" name="Grafik 14">
            <a:extLst>
              <a:ext uri="{FF2B5EF4-FFF2-40B4-BE49-F238E27FC236}">
                <a16:creationId xmlns:a16="http://schemas.microsoft.com/office/drawing/2014/main" id="{DF9751FC-882A-4DCD-9D7C-C1065F7D6E1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3248025"/>
          </a:xfrm>
          <a:prstGeom prst="rect">
            <a:avLst/>
          </a:prstGeom>
        </p:spPr>
      </p:pic>
      <p:sp>
        <p:nvSpPr>
          <p:cNvPr id="3" name="Datumsplatzhalter 2">
            <a:extLst>
              <a:ext uri="{FF2B5EF4-FFF2-40B4-BE49-F238E27FC236}">
                <a16:creationId xmlns:a16="http://schemas.microsoft.com/office/drawing/2014/main" id="{5561C1F4-F658-4772-ADA0-69974A91DD05}"/>
              </a:ext>
            </a:extLst>
          </p:cNvPr>
          <p:cNvSpPr>
            <a:spLocks noGrp="1"/>
          </p:cNvSpPr>
          <p:nvPr>
            <p:ph type="dt" sz="half" idx="10"/>
          </p:nvPr>
        </p:nvSpPr>
        <p:spPr/>
        <p:txBody>
          <a:bodyPr/>
          <a:lstStyle>
            <a:lvl1pPr>
              <a:defRPr>
                <a:solidFill>
                  <a:schemeClr val="tx1">
                    <a:lumMod val="40000"/>
                    <a:lumOff val="60000"/>
                  </a:schemeClr>
                </a:solidFill>
              </a:defRPr>
            </a:lvl1pPr>
          </a:lstStyle>
          <a:p>
            <a:fld id="{BAB53D6C-4676-4A04-907A-7B3E00E1C1AD}" type="datetime1">
              <a:rPr lang="de-DE" smtClean="0"/>
              <a:t>09.07.2025</a:t>
            </a:fld>
            <a:endParaRPr lang="de-DE" dirty="0"/>
          </a:p>
        </p:txBody>
      </p:sp>
      <p:sp>
        <p:nvSpPr>
          <p:cNvPr id="4" name="Fußzeilenplatzhalter 3">
            <a:extLst>
              <a:ext uri="{FF2B5EF4-FFF2-40B4-BE49-F238E27FC236}">
                <a16:creationId xmlns:a16="http://schemas.microsoft.com/office/drawing/2014/main" id="{83DED6F8-1407-495E-9932-48F65FB807DE}"/>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
        <p:nvSpPr>
          <p:cNvPr id="5" name="Foliennummernplatzhalter 4">
            <a:extLst>
              <a:ext uri="{FF2B5EF4-FFF2-40B4-BE49-F238E27FC236}">
                <a16:creationId xmlns:a16="http://schemas.microsoft.com/office/drawing/2014/main" id="{6C32D17C-AB86-48EF-A76F-082ED511DE20}"/>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
        <p:nvSpPr>
          <p:cNvPr id="11" name="Inhaltsplatzhalter 10">
            <a:extLst>
              <a:ext uri="{FF2B5EF4-FFF2-40B4-BE49-F238E27FC236}">
                <a16:creationId xmlns:a16="http://schemas.microsoft.com/office/drawing/2014/main" id="{25F06E3B-296A-4706-8ED0-C24991360C85}"/>
              </a:ext>
            </a:extLst>
          </p:cNvPr>
          <p:cNvSpPr>
            <a:spLocks noGrp="1"/>
          </p:cNvSpPr>
          <p:nvPr>
            <p:ph sz="quarter" idx="14"/>
          </p:nvPr>
        </p:nvSpPr>
        <p:spPr>
          <a:xfrm>
            <a:off x="449843" y="3593383"/>
            <a:ext cx="6009696" cy="2759792"/>
          </a:xfrm>
          <a:effectLst/>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2" name="직사각형 29">
            <a:extLst>
              <a:ext uri="{FF2B5EF4-FFF2-40B4-BE49-F238E27FC236}">
                <a16:creationId xmlns:a16="http://schemas.microsoft.com/office/drawing/2014/main" id="{754CAD5A-0D70-4AA0-96D3-9E7919D19CA9}"/>
              </a:ext>
            </a:extLst>
          </p:cNvPr>
          <p:cNvSpPr/>
          <p:nvPr userDrawn="1"/>
        </p:nvSpPr>
        <p:spPr>
          <a:xfrm rot="16200000">
            <a:off x="11044239" y="4780973"/>
            <a:ext cx="76198" cy="2219328"/>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13" name="Rechteck 12">
            <a:extLst>
              <a:ext uri="{FF2B5EF4-FFF2-40B4-BE49-F238E27FC236}">
                <a16:creationId xmlns:a16="http://schemas.microsoft.com/office/drawing/2014/main" id="{4C896C52-8314-4A6C-A2D5-066BF61F9D48}"/>
              </a:ext>
            </a:extLst>
          </p:cNvPr>
          <p:cNvSpPr/>
          <p:nvPr userDrawn="1"/>
        </p:nvSpPr>
        <p:spPr bwMode="auto">
          <a:xfrm>
            <a:off x="0" y="0"/>
            <a:ext cx="12192000" cy="3249388"/>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 name="Titel 1">
            <a:extLst>
              <a:ext uri="{FF2B5EF4-FFF2-40B4-BE49-F238E27FC236}">
                <a16:creationId xmlns:a16="http://schemas.microsoft.com/office/drawing/2014/main" id="{3FBFA4E9-4DF3-4762-8D46-B3DA62F72C2B}"/>
              </a:ext>
            </a:extLst>
          </p:cNvPr>
          <p:cNvSpPr>
            <a:spLocks noGrp="1"/>
          </p:cNvSpPr>
          <p:nvPr>
            <p:ph type="title"/>
          </p:nvPr>
        </p:nvSpPr>
        <p:spPr>
          <a:xfrm>
            <a:off x="449842" y="1332000"/>
            <a:ext cx="5617301" cy="758609"/>
          </a:xfrm>
        </p:spPr>
        <p:txBody>
          <a:bodyPr/>
          <a:lstStyle>
            <a:lvl1pPr>
              <a:defRPr>
                <a:solidFill>
                  <a:schemeClr val="tx1"/>
                </a:solidFill>
              </a:defRPr>
            </a:lvl1pPr>
          </a:lstStyle>
          <a:p>
            <a:r>
              <a:rPr lang="de-DE"/>
              <a:t>Mastertitelformat bearbeiten</a:t>
            </a:r>
            <a:endParaRPr lang="de-DE" dirty="0"/>
          </a:p>
        </p:txBody>
      </p:sp>
      <p:pic>
        <p:nvPicPr>
          <p:cNvPr id="7" name="Grafik 6">
            <a:extLst>
              <a:ext uri="{FF2B5EF4-FFF2-40B4-BE49-F238E27FC236}">
                <a16:creationId xmlns:a16="http://schemas.microsoft.com/office/drawing/2014/main" id="{5A767E3E-6277-4BFD-9A6D-79C19762C2B4}"/>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004816" y="267192"/>
            <a:ext cx="875727" cy="468000"/>
          </a:xfrm>
          <a:prstGeom prst="rect">
            <a:avLst/>
          </a:prstGeom>
        </p:spPr>
      </p:pic>
      <p:sp>
        <p:nvSpPr>
          <p:cNvPr id="9" name="Bildplatzhalter 8">
            <a:extLst>
              <a:ext uri="{FF2B5EF4-FFF2-40B4-BE49-F238E27FC236}">
                <a16:creationId xmlns:a16="http://schemas.microsoft.com/office/drawing/2014/main" id="{77EF8B91-9481-47D4-859C-1301FC081876}"/>
              </a:ext>
            </a:extLst>
          </p:cNvPr>
          <p:cNvSpPr>
            <a:spLocks noGrp="1"/>
          </p:cNvSpPr>
          <p:nvPr>
            <p:ph type="pic" sz="quarter" idx="13"/>
          </p:nvPr>
        </p:nvSpPr>
        <p:spPr>
          <a:xfrm>
            <a:off x="7329571" y="1332000"/>
            <a:ext cx="3600000" cy="3600000"/>
          </a:xfrm>
        </p:spPr>
        <p:txBody>
          <a:bodyPr/>
          <a:lstStyle>
            <a:lvl1pPr marL="0" indent="0">
              <a:buNone/>
              <a:defRPr>
                <a:solidFill>
                  <a:schemeClr val="tx1"/>
                </a:solidFill>
              </a:defRPr>
            </a:lvl1pPr>
          </a:lstStyle>
          <a:p>
            <a:r>
              <a:rPr lang="de-DE"/>
              <a:t>Bild durch Klicken auf Symbol hinzufügen</a:t>
            </a:r>
            <a:endParaRPr lang="de-DE" dirty="0"/>
          </a:p>
        </p:txBody>
      </p:sp>
    </p:spTree>
    <p:extLst>
      <p:ext uri="{BB962C8B-B14F-4D97-AF65-F5344CB8AC3E}">
        <p14:creationId xmlns:p14="http://schemas.microsoft.com/office/powerpoint/2010/main" val="2425964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ndard m hellem Hintergrund 1">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E6042AD0-6F1E-4392-A0E4-87E2A89AE93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1" name="Rechteck 10">
            <a:extLst>
              <a:ext uri="{FF2B5EF4-FFF2-40B4-BE49-F238E27FC236}">
                <a16:creationId xmlns:a16="http://schemas.microsoft.com/office/drawing/2014/main" id="{16C6A9FD-D632-400C-82E3-2476A8D6A7B9}"/>
              </a:ext>
            </a:extLst>
          </p:cNvPr>
          <p:cNvSpPr/>
          <p:nvPr userDrawn="1"/>
        </p:nvSpPr>
        <p:spPr bwMode="auto">
          <a:xfrm>
            <a:off x="0" y="1485"/>
            <a:ext cx="12192000" cy="6856515"/>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10" name="Grafik 9">
            <a:extLst>
              <a:ext uri="{FF2B5EF4-FFF2-40B4-BE49-F238E27FC236}">
                <a16:creationId xmlns:a16="http://schemas.microsoft.com/office/drawing/2014/main" id="{660CF372-A9FF-4063-BD75-1B4893B42901}"/>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81946" y="248218"/>
            <a:ext cx="874765" cy="467485"/>
          </a:xfrm>
          <a:prstGeom prst="rect">
            <a:avLst/>
          </a:prstGeom>
        </p:spPr>
      </p:pic>
      <p:sp>
        <p:nvSpPr>
          <p:cNvPr id="9" name="직사각형 29">
            <a:extLst>
              <a:ext uri="{FF2B5EF4-FFF2-40B4-BE49-F238E27FC236}">
                <a16:creationId xmlns:a16="http://schemas.microsoft.com/office/drawing/2014/main" id="{1AC46863-1A1C-479F-9D5D-A3280B8DEE2F}"/>
              </a:ext>
            </a:extLst>
          </p:cNvPr>
          <p:cNvSpPr/>
          <p:nvPr userDrawn="1"/>
        </p:nvSpPr>
        <p:spPr>
          <a:xfrm rot="16200000">
            <a:off x="11044239" y="4780973"/>
            <a:ext cx="76198" cy="2219328"/>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14" name="Inhaltsplatzhalter 6">
            <a:extLst>
              <a:ext uri="{FF2B5EF4-FFF2-40B4-BE49-F238E27FC236}">
                <a16:creationId xmlns:a16="http://schemas.microsoft.com/office/drawing/2014/main" id="{52FCA77A-7C15-4DD3-AF3F-C59D75D3FD86}"/>
              </a:ext>
            </a:extLst>
          </p:cNvPr>
          <p:cNvSpPr>
            <a:spLocks noGrp="1"/>
          </p:cNvSpPr>
          <p:nvPr>
            <p:ph sz="quarter" idx="13"/>
          </p:nvPr>
        </p:nvSpPr>
        <p:spPr>
          <a:xfrm>
            <a:off x="550800" y="1573200"/>
            <a:ext cx="9935301" cy="408733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5" name="Titel 1">
            <a:extLst>
              <a:ext uri="{FF2B5EF4-FFF2-40B4-BE49-F238E27FC236}">
                <a16:creationId xmlns:a16="http://schemas.microsoft.com/office/drawing/2014/main" id="{041B1162-D4A9-483A-8AC5-A848A37F6D43}"/>
              </a:ext>
            </a:extLst>
          </p:cNvPr>
          <p:cNvSpPr>
            <a:spLocks noGrp="1"/>
          </p:cNvSpPr>
          <p:nvPr>
            <p:ph type="title"/>
          </p:nvPr>
        </p:nvSpPr>
        <p:spPr>
          <a:xfrm>
            <a:off x="550800" y="550800"/>
            <a:ext cx="9935301" cy="758609"/>
          </a:xfrm>
        </p:spPr>
        <p:txBody>
          <a:bodyPr/>
          <a:lstStyle>
            <a:lvl1pPr>
              <a:defRPr>
                <a:solidFill>
                  <a:schemeClr val="tx1"/>
                </a:solidFill>
              </a:defRPr>
            </a:lvl1pPr>
          </a:lstStyle>
          <a:p>
            <a:r>
              <a:rPr lang="de-DE"/>
              <a:t>Mastertitelformat bearbeiten</a:t>
            </a:r>
            <a:endParaRPr lang="de-DE" dirty="0"/>
          </a:p>
        </p:txBody>
      </p:sp>
      <p:sp>
        <p:nvSpPr>
          <p:cNvPr id="3" name="Datumsplatzhalter 2">
            <a:extLst>
              <a:ext uri="{FF2B5EF4-FFF2-40B4-BE49-F238E27FC236}">
                <a16:creationId xmlns:a16="http://schemas.microsoft.com/office/drawing/2014/main" id="{83DBE496-ACBA-48BA-815C-20A7E9731BEB}"/>
              </a:ext>
            </a:extLst>
          </p:cNvPr>
          <p:cNvSpPr>
            <a:spLocks noGrp="1"/>
          </p:cNvSpPr>
          <p:nvPr>
            <p:ph type="dt" sz="half" idx="10"/>
          </p:nvPr>
        </p:nvSpPr>
        <p:spPr>
          <a:xfrm>
            <a:off x="449842" y="6561601"/>
            <a:ext cx="1316871" cy="92333"/>
          </a:xfrm>
        </p:spPr>
        <p:txBody>
          <a:bodyPr/>
          <a:lstStyle>
            <a:lvl1pPr>
              <a:defRPr>
                <a:solidFill>
                  <a:schemeClr val="tx1">
                    <a:lumMod val="40000"/>
                    <a:lumOff val="60000"/>
                  </a:schemeClr>
                </a:solidFill>
              </a:defRPr>
            </a:lvl1pPr>
          </a:lstStyle>
          <a:p>
            <a:fld id="{0B8A382A-7EAA-4F63-8582-9328F93E5971}" type="datetime1">
              <a:rPr lang="de-DE" smtClean="0"/>
              <a:t>09.07.2025</a:t>
            </a:fld>
            <a:endParaRPr lang="de-DE" dirty="0"/>
          </a:p>
        </p:txBody>
      </p:sp>
      <p:sp>
        <p:nvSpPr>
          <p:cNvPr id="4" name="Fußzeilenplatzhalter 3">
            <a:extLst>
              <a:ext uri="{FF2B5EF4-FFF2-40B4-BE49-F238E27FC236}">
                <a16:creationId xmlns:a16="http://schemas.microsoft.com/office/drawing/2014/main" id="{9E66204C-19A0-48CB-AB55-1249C1D2D46B}"/>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
        <p:nvSpPr>
          <p:cNvPr id="5" name="Foliennummernplatzhalter 4">
            <a:extLst>
              <a:ext uri="{FF2B5EF4-FFF2-40B4-BE49-F238E27FC236}">
                <a16:creationId xmlns:a16="http://schemas.microsoft.com/office/drawing/2014/main" id="{F26400D5-2EF6-4B85-8039-B06EC41B2D51}"/>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Tree>
    <p:extLst>
      <p:ext uri="{BB962C8B-B14F-4D97-AF65-F5344CB8AC3E}">
        <p14:creationId xmlns:p14="http://schemas.microsoft.com/office/powerpoint/2010/main" val="10797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tandard m hellem Hintergrund 2">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6B264261-8098-44EE-BE27-100B56A5A49F}"/>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1" name="Rechteck 10">
            <a:extLst>
              <a:ext uri="{FF2B5EF4-FFF2-40B4-BE49-F238E27FC236}">
                <a16:creationId xmlns:a16="http://schemas.microsoft.com/office/drawing/2014/main" id="{16C6A9FD-D632-400C-82E3-2476A8D6A7B9}"/>
              </a:ext>
            </a:extLst>
          </p:cNvPr>
          <p:cNvSpPr/>
          <p:nvPr userDrawn="1"/>
        </p:nvSpPr>
        <p:spPr bwMode="auto">
          <a:xfrm>
            <a:off x="0" y="0"/>
            <a:ext cx="12197644" cy="6856515"/>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10" name="Grafik 9">
            <a:extLst>
              <a:ext uri="{FF2B5EF4-FFF2-40B4-BE49-F238E27FC236}">
                <a16:creationId xmlns:a16="http://schemas.microsoft.com/office/drawing/2014/main" id="{660CF372-A9FF-4063-BD75-1B4893B42901}"/>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81946" y="248218"/>
            <a:ext cx="874765" cy="467485"/>
          </a:xfrm>
          <a:prstGeom prst="rect">
            <a:avLst/>
          </a:prstGeom>
        </p:spPr>
      </p:pic>
      <p:sp>
        <p:nvSpPr>
          <p:cNvPr id="14" name="Inhaltsplatzhalter 6">
            <a:extLst>
              <a:ext uri="{FF2B5EF4-FFF2-40B4-BE49-F238E27FC236}">
                <a16:creationId xmlns:a16="http://schemas.microsoft.com/office/drawing/2014/main" id="{52FCA77A-7C15-4DD3-AF3F-C59D75D3FD86}"/>
              </a:ext>
            </a:extLst>
          </p:cNvPr>
          <p:cNvSpPr>
            <a:spLocks noGrp="1"/>
          </p:cNvSpPr>
          <p:nvPr>
            <p:ph sz="quarter" idx="13"/>
          </p:nvPr>
        </p:nvSpPr>
        <p:spPr>
          <a:xfrm>
            <a:off x="550800" y="1573200"/>
            <a:ext cx="9935301" cy="408733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5" name="Titel 1">
            <a:extLst>
              <a:ext uri="{FF2B5EF4-FFF2-40B4-BE49-F238E27FC236}">
                <a16:creationId xmlns:a16="http://schemas.microsoft.com/office/drawing/2014/main" id="{041B1162-D4A9-483A-8AC5-A848A37F6D43}"/>
              </a:ext>
            </a:extLst>
          </p:cNvPr>
          <p:cNvSpPr>
            <a:spLocks noGrp="1"/>
          </p:cNvSpPr>
          <p:nvPr>
            <p:ph type="title"/>
          </p:nvPr>
        </p:nvSpPr>
        <p:spPr>
          <a:xfrm>
            <a:off x="550800" y="550800"/>
            <a:ext cx="9935301" cy="758609"/>
          </a:xfrm>
        </p:spPr>
        <p:txBody>
          <a:bodyPr/>
          <a:lstStyle>
            <a:lvl1pPr>
              <a:defRPr>
                <a:solidFill>
                  <a:schemeClr val="tx1"/>
                </a:solidFill>
              </a:defRPr>
            </a:lvl1pPr>
          </a:lstStyle>
          <a:p>
            <a:r>
              <a:rPr lang="de-DE"/>
              <a:t>Mastertitelformat bearbeiten</a:t>
            </a:r>
            <a:endParaRPr lang="de-DE" dirty="0"/>
          </a:p>
        </p:txBody>
      </p:sp>
      <p:sp>
        <p:nvSpPr>
          <p:cNvPr id="3" name="Datumsplatzhalter 2">
            <a:extLst>
              <a:ext uri="{FF2B5EF4-FFF2-40B4-BE49-F238E27FC236}">
                <a16:creationId xmlns:a16="http://schemas.microsoft.com/office/drawing/2014/main" id="{83DBE496-ACBA-48BA-815C-20A7E9731BEB}"/>
              </a:ext>
            </a:extLst>
          </p:cNvPr>
          <p:cNvSpPr>
            <a:spLocks noGrp="1"/>
          </p:cNvSpPr>
          <p:nvPr>
            <p:ph type="dt" sz="half" idx="10"/>
          </p:nvPr>
        </p:nvSpPr>
        <p:spPr>
          <a:xfrm>
            <a:off x="449842" y="6561601"/>
            <a:ext cx="1316871" cy="92333"/>
          </a:xfrm>
        </p:spPr>
        <p:txBody>
          <a:bodyPr/>
          <a:lstStyle>
            <a:lvl1pPr>
              <a:defRPr>
                <a:solidFill>
                  <a:schemeClr val="tx1">
                    <a:lumMod val="40000"/>
                    <a:lumOff val="60000"/>
                  </a:schemeClr>
                </a:solidFill>
              </a:defRPr>
            </a:lvl1pPr>
          </a:lstStyle>
          <a:p>
            <a:fld id="{0C9F6CE3-EA10-4BD8-B1B5-D51137E37B62}" type="datetime1">
              <a:rPr lang="de-DE" smtClean="0"/>
              <a:t>09.07.2025</a:t>
            </a:fld>
            <a:endParaRPr lang="de-DE" dirty="0"/>
          </a:p>
        </p:txBody>
      </p:sp>
      <p:sp>
        <p:nvSpPr>
          <p:cNvPr id="4" name="Fußzeilenplatzhalter 3">
            <a:extLst>
              <a:ext uri="{FF2B5EF4-FFF2-40B4-BE49-F238E27FC236}">
                <a16:creationId xmlns:a16="http://schemas.microsoft.com/office/drawing/2014/main" id="{9E66204C-19A0-48CB-AB55-1249C1D2D46B}"/>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
        <p:nvSpPr>
          <p:cNvPr id="5" name="Foliennummernplatzhalter 4">
            <a:extLst>
              <a:ext uri="{FF2B5EF4-FFF2-40B4-BE49-F238E27FC236}">
                <a16:creationId xmlns:a16="http://schemas.microsoft.com/office/drawing/2014/main" id="{F26400D5-2EF6-4B85-8039-B06EC41B2D51}"/>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Tree>
    <p:extLst>
      <p:ext uri="{BB962C8B-B14F-4D97-AF65-F5344CB8AC3E}">
        <p14:creationId xmlns:p14="http://schemas.microsoft.com/office/powerpoint/2010/main" val="25632513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ndard m dunklem Hintergrund 1">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1BB9B31B-6097-4BA6-8A91-D685B92D3FF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1" name="직사각형 9">
            <a:extLst>
              <a:ext uri="{FF2B5EF4-FFF2-40B4-BE49-F238E27FC236}">
                <a16:creationId xmlns:a16="http://schemas.microsoft.com/office/drawing/2014/main" id="{F7C827BE-AF39-4A1D-9642-56F243043586}"/>
              </a:ext>
            </a:extLst>
          </p:cNvPr>
          <p:cNvSpPr/>
          <p:nvPr userDrawn="1"/>
        </p:nvSpPr>
        <p:spPr>
          <a:xfrm>
            <a:off x="0" y="0"/>
            <a:ext cx="12192000" cy="6858000"/>
          </a:xfrm>
          <a:prstGeom prst="rect">
            <a:avLst/>
          </a:prstGeom>
          <a:solidFill>
            <a:srgbClr val="54606C">
              <a:alpha val="65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chemeClr val="tx1">
                  <a:lumMod val="40000"/>
                  <a:lumOff val="60000"/>
                </a:schemeClr>
              </a:solidFill>
              <a:effectLst/>
              <a:uLnTx/>
              <a:uFillTx/>
              <a:latin typeface="Arial" panose="020B0604020202020204"/>
              <a:ea typeface="굴림" panose="020B0600000101010101" pitchFamily="34" charset="-127"/>
              <a:cs typeface="+mn-cs"/>
            </a:endParaRPr>
          </a:p>
        </p:txBody>
      </p:sp>
      <p:sp>
        <p:nvSpPr>
          <p:cNvPr id="2" name="Titel 1">
            <a:extLst>
              <a:ext uri="{FF2B5EF4-FFF2-40B4-BE49-F238E27FC236}">
                <a16:creationId xmlns:a16="http://schemas.microsoft.com/office/drawing/2014/main" id="{91A3B39B-8395-4E04-B1B3-4FDDE45469D7}"/>
              </a:ext>
            </a:extLst>
          </p:cNvPr>
          <p:cNvSpPr>
            <a:spLocks noGrp="1"/>
          </p:cNvSpPr>
          <p:nvPr>
            <p:ph type="title"/>
          </p:nvPr>
        </p:nvSpPr>
        <p:spPr>
          <a:xfrm>
            <a:off x="2203200" y="550800"/>
            <a:ext cx="8494464" cy="758609"/>
          </a:xfrm>
        </p:spPr>
        <p:txBody>
          <a:bodyPr/>
          <a:lstStyle>
            <a:lvl1pPr>
              <a:defRPr>
                <a:solidFill>
                  <a:schemeClr val="bg1"/>
                </a:solidFill>
              </a:defRPr>
            </a:lvl1pPr>
          </a:lstStyle>
          <a:p>
            <a:r>
              <a:rPr lang="de-DE"/>
              <a:t>Mastertitelformat bearbeiten</a:t>
            </a:r>
            <a:endParaRPr lang="de-DE" dirty="0"/>
          </a:p>
        </p:txBody>
      </p:sp>
      <p:sp>
        <p:nvSpPr>
          <p:cNvPr id="3" name="Datumsplatzhalter 2">
            <a:extLst>
              <a:ext uri="{FF2B5EF4-FFF2-40B4-BE49-F238E27FC236}">
                <a16:creationId xmlns:a16="http://schemas.microsoft.com/office/drawing/2014/main" id="{F04B9A65-6A5D-4DF8-9D81-002587139B75}"/>
              </a:ext>
            </a:extLst>
          </p:cNvPr>
          <p:cNvSpPr>
            <a:spLocks noGrp="1"/>
          </p:cNvSpPr>
          <p:nvPr>
            <p:ph type="dt" sz="half" idx="10"/>
          </p:nvPr>
        </p:nvSpPr>
        <p:spPr/>
        <p:txBody>
          <a:bodyPr/>
          <a:lstStyle>
            <a:lvl1pPr>
              <a:defRPr>
                <a:solidFill>
                  <a:schemeClr val="tx1">
                    <a:lumMod val="40000"/>
                    <a:lumOff val="60000"/>
                  </a:schemeClr>
                </a:solidFill>
              </a:defRPr>
            </a:lvl1pPr>
          </a:lstStyle>
          <a:p>
            <a:fld id="{C54686FD-27CA-4264-A447-00CC3C9742ED}" type="datetime1">
              <a:rPr lang="de-DE" smtClean="0"/>
              <a:t>09.07.2025</a:t>
            </a:fld>
            <a:endParaRPr lang="de-DE" dirty="0"/>
          </a:p>
        </p:txBody>
      </p:sp>
      <p:sp>
        <p:nvSpPr>
          <p:cNvPr id="4" name="Fußzeilenplatzhalter 3">
            <a:extLst>
              <a:ext uri="{FF2B5EF4-FFF2-40B4-BE49-F238E27FC236}">
                <a16:creationId xmlns:a16="http://schemas.microsoft.com/office/drawing/2014/main" id="{5E924373-4487-482D-91A5-8363CB954198}"/>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
        <p:nvSpPr>
          <p:cNvPr id="5" name="Foliennummernplatzhalter 4">
            <a:extLst>
              <a:ext uri="{FF2B5EF4-FFF2-40B4-BE49-F238E27FC236}">
                <a16:creationId xmlns:a16="http://schemas.microsoft.com/office/drawing/2014/main" id="{CAA01591-D746-400A-820F-5810556D38BF}"/>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pic>
        <p:nvPicPr>
          <p:cNvPr id="7" name="Grafik 6">
            <a:extLst>
              <a:ext uri="{FF2B5EF4-FFF2-40B4-BE49-F238E27FC236}">
                <a16:creationId xmlns:a16="http://schemas.microsoft.com/office/drawing/2014/main" id="{F6CEC344-7202-4BB2-A6FF-78C0E689E543}"/>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80726" y="247961"/>
            <a:ext cx="877206" cy="468000"/>
          </a:xfrm>
          <a:prstGeom prst="rect">
            <a:avLst/>
          </a:prstGeom>
        </p:spPr>
      </p:pic>
      <p:sp>
        <p:nvSpPr>
          <p:cNvPr id="9" name="Inhaltsplatzhalter 8">
            <a:extLst>
              <a:ext uri="{FF2B5EF4-FFF2-40B4-BE49-F238E27FC236}">
                <a16:creationId xmlns:a16="http://schemas.microsoft.com/office/drawing/2014/main" id="{30B63CAE-8015-49D5-B9FE-A4523D4913EE}"/>
              </a:ext>
            </a:extLst>
          </p:cNvPr>
          <p:cNvSpPr>
            <a:spLocks noGrp="1"/>
          </p:cNvSpPr>
          <p:nvPr>
            <p:ph sz="quarter" idx="13"/>
          </p:nvPr>
        </p:nvSpPr>
        <p:spPr>
          <a:xfrm>
            <a:off x="550800" y="1931046"/>
            <a:ext cx="11178596" cy="442689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2" name="직사각형 29">
            <a:extLst>
              <a:ext uri="{FF2B5EF4-FFF2-40B4-BE49-F238E27FC236}">
                <a16:creationId xmlns:a16="http://schemas.microsoft.com/office/drawing/2014/main" id="{4810C4CF-3C1C-4670-928C-94E257CDC1FB}"/>
              </a:ext>
            </a:extLst>
          </p:cNvPr>
          <p:cNvSpPr/>
          <p:nvPr userDrawn="1"/>
        </p:nvSpPr>
        <p:spPr>
          <a:xfrm rot="16200000">
            <a:off x="11044239" y="4780973"/>
            <a:ext cx="76198" cy="2219328"/>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15" name="직사각형 42">
            <a:extLst>
              <a:ext uri="{FF2B5EF4-FFF2-40B4-BE49-F238E27FC236}">
                <a16:creationId xmlns:a16="http://schemas.microsoft.com/office/drawing/2014/main" id="{A852A7DA-03D3-49CF-9E79-95EC1764F627}"/>
              </a:ext>
            </a:extLst>
          </p:cNvPr>
          <p:cNvSpPr/>
          <p:nvPr userDrawn="1"/>
        </p:nvSpPr>
        <p:spPr>
          <a:xfrm>
            <a:off x="1466849" y="-1"/>
            <a:ext cx="72000" cy="1777397"/>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Tree>
    <p:extLst>
      <p:ext uri="{BB962C8B-B14F-4D97-AF65-F5344CB8AC3E}">
        <p14:creationId xmlns:p14="http://schemas.microsoft.com/office/powerpoint/2010/main" val="22129272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ndard m dunklem Hintergrund 2">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7A2D6A2E-B159-428A-BC60-8C788E7A9BC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1" name="직사각형 9">
            <a:extLst>
              <a:ext uri="{FF2B5EF4-FFF2-40B4-BE49-F238E27FC236}">
                <a16:creationId xmlns:a16="http://schemas.microsoft.com/office/drawing/2014/main" id="{F7C827BE-AF39-4A1D-9642-56F243043586}"/>
              </a:ext>
            </a:extLst>
          </p:cNvPr>
          <p:cNvSpPr/>
          <p:nvPr userDrawn="1"/>
        </p:nvSpPr>
        <p:spPr>
          <a:xfrm>
            <a:off x="0" y="0"/>
            <a:ext cx="12192000" cy="6875537"/>
          </a:xfrm>
          <a:prstGeom prst="rect">
            <a:avLst/>
          </a:prstGeom>
          <a:solidFill>
            <a:srgbClr val="54606C">
              <a:alpha val="65000"/>
            </a:srgbClr>
          </a:solidFill>
          <a:ln w="12700" cap="flat" cmpd="sng" algn="ctr">
            <a:noFill/>
            <a:prstDash val="solid"/>
            <a:miter lim="800000"/>
          </a:ln>
          <a:effectLst/>
        </p:spPr>
        <p:txBody>
          <a:bodyPr wrap="square" rtlCol="0" anchor="ctr">
            <a:noAutofit/>
          </a:bodyP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6" name="Titel 5">
            <a:extLst>
              <a:ext uri="{FF2B5EF4-FFF2-40B4-BE49-F238E27FC236}">
                <a16:creationId xmlns:a16="http://schemas.microsoft.com/office/drawing/2014/main" id="{AD63DC52-6BC7-4CAC-8D4B-A4D3FCE983F3}"/>
              </a:ext>
            </a:extLst>
          </p:cNvPr>
          <p:cNvSpPr>
            <a:spLocks noGrp="1"/>
          </p:cNvSpPr>
          <p:nvPr>
            <p:ph type="title"/>
          </p:nvPr>
        </p:nvSpPr>
        <p:spPr>
          <a:xfrm>
            <a:off x="550800" y="550800"/>
            <a:ext cx="9930474" cy="758609"/>
          </a:xfrm>
        </p:spPr>
        <p:txBody>
          <a:bodyPr/>
          <a:lstStyle>
            <a:lvl1pPr>
              <a:defRPr>
                <a:solidFill>
                  <a:schemeClr val="bg1"/>
                </a:solidFill>
              </a:defRPr>
            </a:lvl1pPr>
          </a:lstStyle>
          <a:p>
            <a:r>
              <a:rPr lang="de-DE"/>
              <a:t>Mastertitelformat bearbeiten</a:t>
            </a:r>
            <a:endParaRPr lang="de-DE" dirty="0"/>
          </a:p>
        </p:txBody>
      </p:sp>
      <p:pic>
        <p:nvPicPr>
          <p:cNvPr id="7" name="Grafik 6">
            <a:extLst>
              <a:ext uri="{FF2B5EF4-FFF2-40B4-BE49-F238E27FC236}">
                <a16:creationId xmlns:a16="http://schemas.microsoft.com/office/drawing/2014/main" id="{F6CEC344-7202-4BB2-A6FF-78C0E689E543}"/>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80726" y="247961"/>
            <a:ext cx="877206" cy="468000"/>
          </a:xfrm>
          <a:prstGeom prst="rect">
            <a:avLst/>
          </a:prstGeom>
        </p:spPr>
      </p:pic>
      <p:sp>
        <p:nvSpPr>
          <p:cNvPr id="9" name="Inhaltsplatzhalter 8">
            <a:extLst>
              <a:ext uri="{FF2B5EF4-FFF2-40B4-BE49-F238E27FC236}">
                <a16:creationId xmlns:a16="http://schemas.microsoft.com/office/drawing/2014/main" id="{30B63CAE-8015-49D5-B9FE-A4523D4913EE}"/>
              </a:ext>
            </a:extLst>
          </p:cNvPr>
          <p:cNvSpPr>
            <a:spLocks noGrp="1"/>
          </p:cNvSpPr>
          <p:nvPr>
            <p:ph sz="quarter" idx="13"/>
          </p:nvPr>
        </p:nvSpPr>
        <p:spPr>
          <a:xfrm>
            <a:off x="550800" y="1573200"/>
            <a:ext cx="11178596" cy="4426892"/>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4" name="Fußzeilenplatzhalter 3">
            <a:extLst>
              <a:ext uri="{FF2B5EF4-FFF2-40B4-BE49-F238E27FC236}">
                <a16:creationId xmlns:a16="http://schemas.microsoft.com/office/drawing/2014/main" id="{5E924373-4487-482D-91A5-8363CB954198}"/>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
        <p:nvSpPr>
          <p:cNvPr id="3" name="Datumsplatzhalter 2">
            <a:extLst>
              <a:ext uri="{FF2B5EF4-FFF2-40B4-BE49-F238E27FC236}">
                <a16:creationId xmlns:a16="http://schemas.microsoft.com/office/drawing/2014/main" id="{F04B9A65-6A5D-4DF8-9D81-002587139B75}"/>
              </a:ext>
            </a:extLst>
          </p:cNvPr>
          <p:cNvSpPr>
            <a:spLocks noGrp="1"/>
          </p:cNvSpPr>
          <p:nvPr>
            <p:ph type="dt" sz="half" idx="10"/>
          </p:nvPr>
        </p:nvSpPr>
        <p:spPr>
          <a:xfrm>
            <a:off x="449840" y="6561601"/>
            <a:ext cx="1316873" cy="92333"/>
          </a:xfrm>
        </p:spPr>
        <p:txBody>
          <a:bodyPr/>
          <a:lstStyle>
            <a:lvl1pPr>
              <a:defRPr>
                <a:solidFill>
                  <a:schemeClr val="tx1">
                    <a:lumMod val="40000"/>
                    <a:lumOff val="60000"/>
                  </a:schemeClr>
                </a:solidFill>
              </a:defRPr>
            </a:lvl1pPr>
          </a:lstStyle>
          <a:p>
            <a:fld id="{3D965A5E-C463-4E85-9592-0F17DD732390}" type="datetime1">
              <a:rPr lang="de-DE" smtClean="0"/>
              <a:t>09.07.2025</a:t>
            </a:fld>
            <a:endParaRPr lang="de-DE" dirty="0"/>
          </a:p>
        </p:txBody>
      </p:sp>
      <p:sp>
        <p:nvSpPr>
          <p:cNvPr id="5" name="Foliennummernplatzhalter 4">
            <a:extLst>
              <a:ext uri="{FF2B5EF4-FFF2-40B4-BE49-F238E27FC236}">
                <a16:creationId xmlns:a16="http://schemas.microsoft.com/office/drawing/2014/main" id="{CAA01591-D746-400A-820F-5810556D38BF}"/>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Tree>
    <p:extLst>
      <p:ext uri="{BB962C8B-B14F-4D97-AF65-F5344CB8AC3E}">
        <p14:creationId xmlns:p14="http://schemas.microsoft.com/office/powerpoint/2010/main" val="25452793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ndard m schmalem Header 1">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C217F0BD-E9E4-4FBC-BBF0-4C681AA6E806}"/>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1314450"/>
          </a:xfrm>
          <a:prstGeom prst="rect">
            <a:avLst/>
          </a:prstGeom>
        </p:spPr>
      </p:pic>
      <p:sp>
        <p:nvSpPr>
          <p:cNvPr id="3" name="Datumsplatzhalter 2">
            <a:extLst>
              <a:ext uri="{FF2B5EF4-FFF2-40B4-BE49-F238E27FC236}">
                <a16:creationId xmlns:a16="http://schemas.microsoft.com/office/drawing/2014/main" id="{ACCDD80A-EF7E-460F-9BE5-FDB0089AA936}"/>
              </a:ext>
            </a:extLst>
          </p:cNvPr>
          <p:cNvSpPr>
            <a:spLocks noGrp="1"/>
          </p:cNvSpPr>
          <p:nvPr>
            <p:ph type="dt" sz="half" idx="10"/>
          </p:nvPr>
        </p:nvSpPr>
        <p:spPr/>
        <p:txBody>
          <a:bodyPr/>
          <a:lstStyle/>
          <a:p>
            <a:fld id="{EA33749F-693F-4A8B-AD1F-042F2F274E90}" type="datetime1">
              <a:rPr lang="de-DE" smtClean="0"/>
              <a:t>09.07.2025</a:t>
            </a:fld>
            <a:endParaRPr lang="de-DE" dirty="0"/>
          </a:p>
        </p:txBody>
      </p:sp>
      <p:sp>
        <p:nvSpPr>
          <p:cNvPr id="4" name="Fußzeilenplatzhalter 3">
            <a:extLst>
              <a:ext uri="{FF2B5EF4-FFF2-40B4-BE49-F238E27FC236}">
                <a16:creationId xmlns:a16="http://schemas.microsoft.com/office/drawing/2014/main" id="{4F0C502C-61DA-4582-9598-08697F23692A}"/>
              </a:ext>
            </a:extLst>
          </p:cNvPr>
          <p:cNvSpPr>
            <a:spLocks noGrp="1"/>
          </p:cNvSpPr>
          <p:nvPr>
            <p:ph type="ftr" sz="quarter" idx="11"/>
          </p:nvPr>
        </p:nvSpPr>
        <p:spPr/>
        <p:txBody>
          <a:bodyPr/>
          <a:lstStyle/>
          <a:p>
            <a:r>
              <a:rPr lang="en-US" dirty="0"/>
              <a:t>© Copyright 2024 • S&amp;N Invent GmbH • All rights reserved.</a:t>
            </a:r>
            <a:endParaRPr lang="de-DE" dirty="0"/>
          </a:p>
        </p:txBody>
      </p:sp>
      <p:sp>
        <p:nvSpPr>
          <p:cNvPr id="5" name="Foliennummernplatzhalter 4">
            <a:extLst>
              <a:ext uri="{FF2B5EF4-FFF2-40B4-BE49-F238E27FC236}">
                <a16:creationId xmlns:a16="http://schemas.microsoft.com/office/drawing/2014/main" id="{AFD5FA51-9A63-4B84-9E5C-8083124E0152}"/>
              </a:ext>
            </a:extLst>
          </p:cNvPr>
          <p:cNvSpPr>
            <a:spLocks noGrp="1"/>
          </p:cNvSpPr>
          <p:nvPr>
            <p:ph type="sldNum" sz="quarter" idx="12"/>
          </p:nvPr>
        </p:nvSpPr>
        <p:spPr/>
        <p:txBody>
          <a:bodyPr/>
          <a:lstStyle/>
          <a:p>
            <a:fld id="{FE474E4C-431A-524F-A233-B9B84658CEA9}" type="slidenum">
              <a:rPr lang="de-DE" smtClean="0"/>
              <a:pPr/>
              <a:t>‹Nr.›</a:t>
            </a:fld>
            <a:endParaRPr lang="de-DE" dirty="0"/>
          </a:p>
        </p:txBody>
      </p:sp>
      <p:sp>
        <p:nvSpPr>
          <p:cNvPr id="7" name="Inhaltsplatzhalter 6">
            <a:extLst>
              <a:ext uri="{FF2B5EF4-FFF2-40B4-BE49-F238E27FC236}">
                <a16:creationId xmlns:a16="http://schemas.microsoft.com/office/drawing/2014/main" id="{D65807EB-1442-4D98-AC94-DC11E8C51A68}"/>
              </a:ext>
            </a:extLst>
          </p:cNvPr>
          <p:cNvSpPr>
            <a:spLocks noGrp="1"/>
          </p:cNvSpPr>
          <p:nvPr>
            <p:ph sz="quarter" idx="13"/>
          </p:nvPr>
        </p:nvSpPr>
        <p:spPr>
          <a:xfrm>
            <a:off x="550800" y="1573200"/>
            <a:ext cx="11263461" cy="466215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직사각형 29">
            <a:extLst>
              <a:ext uri="{FF2B5EF4-FFF2-40B4-BE49-F238E27FC236}">
                <a16:creationId xmlns:a16="http://schemas.microsoft.com/office/drawing/2014/main" id="{007C7E90-23BD-4B9C-8B65-11AF0090A69F}"/>
              </a:ext>
            </a:extLst>
          </p:cNvPr>
          <p:cNvSpPr/>
          <p:nvPr userDrawn="1"/>
        </p:nvSpPr>
        <p:spPr>
          <a:xfrm rot="16200000">
            <a:off x="11044239" y="4780973"/>
            <a:ext cx="76198" cy="2219328"/>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13" name="Rechteck 12">
            <a:extLst>
              <a:ext uri="{FF2B5EF4-FFF2-40B4-BE49-F238E27FC236}">
                <a16:creationId xmlns:a16="http://schemas.microsoft.com/office/drawing/2014/main" id="{42E54C1B-77DD-4C6A-90FC-A14A7BC7A453}"/>
              </a:ext>
            </a:extLst>
          </p:cNvPr>
          <p:cNvSpPr/>
          <p:nvPr userDrawn="1"/>
        </p:nvSpPr>
        <p:spPr bwMode="auto">
          <a:xfrm>
            <a:off x="0" y="0"/>
            <a:ext cx="12192000" cy="1314451"/>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 name="Titel 1">
            <a:extLst>
              <a:ext uri="{FF2B5EF4-FFF2-40B4-BE49-F238E27FC236}">
                <a16:creationId xmlns:a16="http://schemas.microsoft.com/office/drawing/2014/main" id="{9BAEF0F3-B06F-4583-A444-5ACBD9B0E731}"/>
              </a:ext>
            </a:extLst>
          </p:cNvPr>
          <p:cNvSpPr>
            <a:spLocks noGrp="1"/>
          </p:cNvSpPr>
          <p:nvPr>
            <p:ph type="title"/>
          </p:nvPr>
        </p:nvSpPr>
        <p:spPr>
          <a:xfrm>
            <a:off x="550800" y="295200"/>
            <a:ext cx="9935301" cy="758609"/>
          </a:xfrm>
        </p:spPr>
        <p:txBody>
          <a:bodyPr/>
          <a:lstStyle>
            <a:lvl1pPr>
              <a:defRPr>
                <a:solidFill>
                  <a:schemeClr val="tx1"/>
                </a:solidFill>
              </a:defRPr>
            </a:lvl1pPr>
          </a:lstStyle>
          <a:p>
            <a:r>
              <a:rPr lang="de-DE"/>
              <a:t>Mastertitelformat bearbeiten</a:t>
            </a:r>
            <a:endParaRPr lang="de-DE" dirty="0"/>
          </a:p>
        </p:txBody>
      </p:sp>
      <p:pic>
        <p:nvPicPr>
          <p:cNvPr id="11" name="Grafik 10">
            <a:extLst>
              <a:ext uri="{FF2B5EF4-FFF2-40B4-BE49-F238E27FC236}">
                <a16:creationId xmlns:a16="http://schemas.microsoft.com/office/drawing/2014/main" id="{BEA3E4F9-B7A3-400D-9751-9375EADDD00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003871" y="267192"/>
            <a:ext cx="877618" cy="468000"/>
          </a:xfrm>
          <a:prstGeom prst="rect">
            <a:avLst/>
          </a:prstGeom>
        </p:spPr>
      </p:pic>
    </p:spTree>
    <p:extLst>
      <p:ext uri="{BB962C8B-B14F-4D97-AF65-F5344CB8AC3E}">
        <p14:creationId xmlns:p14="http://schemas.microsoft.com/office/powerpoint/2010/main" val="24047129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tandard m schmalem Header 2">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CDABF603-EA75-4497-8F1C-79042BBABC9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1314450"/>
          </a:xfrm>
          <a:prstGeom prst="rect">
            <a:avLst/>
          </a:prstGeom>
        </p:spPr>
      </p:pic>
      <p:sp>
        <p:nvSpPr>
          <p:cNvPr id="5" name="Foliennummernplatzhalter 4">
            <a:extLst>
              <a:ext uri="{FF2B5EF4-FFF2-40B4-BE49-F238E27FC236}">
                <a16:creationId xmlns:a16="http://schemas.microsoft.com/office/drawing/2014/main" id="{AFD5FA51-9A63-4B84-9E5C-8083124E0152}"/>
              </a:ext>
            </a:extLst>
          </p:cNvPr>
          <p:cNvSpPr>
            <a:spLocks noGrp="1"/>
          </p:cNvSpPr>
          <p:nvPr>
            <p:ph type="sldNum" sz="quarter" idx="12"/>
          </p:nvPr>
        </p:nvSpPr>
        <p:spPr/>
        <p:txBody>
          <a:bodyPr/>
          <a:lstStyle/>
          <a:p>
            <a:fld id="{FE474E4C-431A-524F-A233-B9B84658CEA9}" type="slidenum">
              <a:rPr lang="de-DE" smtClean="0"/>
              <a:pPr/>
              <a:t>‹Nr.›</a:t>
            </a:fld>
            <a:endParaRPr lang="de-DE" dirty="0"/>
          </a:p>
        </p:txBody>
      </p:sp>
      <p:sp>
        <p:nvSpPr>
          <p:cNvPr id="7" name="Inhaltsplatzhalter 6">
            <a:extLst>
              <a:ext uri="{FF2B5EF4-FFF2-40B4-BE49-F238E27FC236}">
                <a16:creationId xmlns:a16="http://schemas.microsoft.com/office/drawing/2014/main" id="{D65807EB-1442-4D98-AC94-DC11E8C51A68}"/>
              </a:ext>
            </a:extLst>
          </p:cNvPr>
          <p:cNvSpPr>
            <a:spLocks noGrp="1"/>
          </p:cNvSpPr>
          <p:nvPr>
            <p:ph sz="quarter" idx="13"/>
          </p:nvPr>
        </p:nvSpPr>
        <p:spPr>
          <a:xfrm>
            <a:off x="550800" y="1573200"/>
            <a:ext cx="11263461" cy="466215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Rechteck 8">
            <a:extLst>
              <a:ext uri="{FF2B5EF4-FFF2-40B4-BE49-F238E27FC236}">
                <a16:creationId xmlns:a16="http://schemas.microsoft.com/office/drawing/2014/main" id="{F0D1515B-E547-4CF3-BC63-773925ADE09C}"/>
              </a:ext>
            </a:extLst>
          </p:cNvPr>
          <p:cNvSpPr/>
          <p:nvPr userDrawn="1"/>
        </p:nvSpPr>
        <p:spPr bwMode="auto">
          <a:xfrm>
            <a:off x="0" y="533"/>
            <a:ext cx="12192000" cy="1313384"/>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 name="Titel 1">
            <a:extLst>
              <a:ext uri="{FF2B5EF4-FFF2-40B4-BE49-F238E27FC236}">
                <a16:creationId xmlns:a16="http://schemas.microsoft.com/office/drawing/2014/main" id="{9BAEF0F3-B06F-4583-A444-5ACBD9B0E731}"/>
              </a:ext>
            </a:extLst>
          </p:cNvPr>
          <p:cNvSpPr>
            <a:spLocks noGrp="1"/>
          </p:cNvSpPr>
          <p:nvPr>
            <p:ph type="title"/>
          </p:nvPr>
        </p:nvSpPr>
        <p:spPr>
          <a:xfrm>
            <a:off x="550800" y="295922"/>
            <a:ext cx="9935301" cy="758609"/>
          </a:xfrm>
        </p:spPr>
        <p:txBody>
          <a:bodyPr/>
          <a:lstStyle>
            <a:lvl1pPr>
              <a:defRPr>
                <a:solidFill>
                  <a:schemeClr val="tx1"/>
                </a:solidFill>
              </a:defRPr>
            </a:lvl1pPr>
          </a:lstStyle>
          <a:p>
            <a:r>
              <a:rPr lang="de-DE"/>
              <a:t>Mastertitelformat bearbeiten</a:t>
            </a:r>
            <a:endParaRPr lang="de-DE" dirty="0"/>
          </a:p>
        </p:txBody>
      </p:sp>
      <p:pic>
        <p:nvPicPr>
          <p:cNvPr id="11" name="Grafik 10">
            <a:extLst>
              <a:ext uri="{FF2B5EF4-FFF2-40B4-BE49-F238E27FC236}">
                <a16:creationId xmlns:a16="http://schemas.microsoft.com/office/drawing/2014/main" id="{BEA3E4F9-B7A3-400D-9751-9375EADDD00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003871" y="267192"/>
            <a:ext cx="877618" cy="468000"/>
          </a:xfrm>
          <a:prstGeom prst="rect">
            <a:avLst/>
          </a:prstGeom>
        </p:spPr>
      </p:pic>
      <p:sp>
        <p:nvSpPr>
          <p:cNvPr id="3" name="Datumsplatzhalter 2">
            <a:extLst>
              <a:ext uri="{FF2B5EF4-FFF2-40B4-BE49-F238E27FC236}">
                <a16:creationId xmlns:a16="http://schemas.microsoft.com/office/drawing/2014/main" id="{ACCDD80A-EF7E-460F-9BE5-FDB0089AA936}"/>
              </a:ext>
            </a:extLst>
          </p:cNvPr>
          <p:cNvSpPr>
            <a:spLocks noGrp="1"/>
          </p:cNvSpPr>
          <p:nvPr>
            <p:ph type="dt" sz="half" idx="10"/>
          </p:nvPr>
        </p:nvSpPr>
        <p:spPr/>
        <p:txBody>
          <a:bodyPr/>
          <a:lstStyle/>
          <a:p>
            <a:fld id="{0610130C-7944-4BC2-9A97-BBE6081083DB}" type="datetime1">
              <a:rPr lang="de-DE" smtClean="0"/>
              <a:t>09.07.2025</a:t>
            </a:fld>
            <a:endParaRPr lang="de-DE" dirty="0"/>
          </a:p>
        </p:txBody>
      </p:sp>
      <p:sp>
        <p:nvSpPr>
          <p:cNvPr id="4" name="Fußzeilenplatzhalter 3">
            <a:extLst>
              <a:ext uri="{FF2B5EF4-FFF2-40B4-BE49-F238E27FC236}">
                <a16:creationId xmlns:a16="http://schemas.microsoft.com/office/drawing/2014/main" id="{4F0C502C-61DA-4582-9598-08697F23692A}"/>
              </a:ext>
            </a:extLst>
          </p:cNvPr>
          <p:cNvSpPr>
            <a:spLocks noGrp="1"/>
          </p:cNvSpPr>
          <p:nvPr>
            <p:ph type="ftr" sz="quarter" idx="11"/>
          </p:nvPr>
        </p:nvSpPr>
        <p:spPr/>
        <p:txBody>
          <a:bodyPr/>
          <a:lstStyle/>
          <a:p>
            <a:r>
              <a:rPr lang="en-US"/>
              <a:t>© Copyright 2022 • S&amp;N Group AG • All rights reserved.</a:t>
            </a:r>
            <a:endParaRPr lang="de-DE" dirty="0"/>
          </a:p>
        </p:txBody>
      </p:sp>
    </p:spTree>
    <p:extLst>
      <p:ext uri="{BB962C8B-B14F-4D97-AF65-F5344CB8AC3E}">
        <p14:creationId xmlns:p14="http://schemas.microsoft.com/office/powerpoint/2010/main" val="25585730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tandard m transparentem Header 1">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AEF0F3-B06F-4583-A444-5ACBD9B0E731}"/>
              </a:ext>
            </a:extLst>
          </p:cNvPr>
          <p:cNvSpPr>
            <a:spLocks noGrp="1"/>
          </p:cNvSpPr>
          <p:nvPr>
            <p:ph type="title"/>
          </p:nvPr>
        </p:nvSpPr>
        <p:spPr>
          <a:xfrm>
            <a:off x="550800" y="550800"/>
            <a:ext cx="9935301" cy="758609"/>
          </a:xfrm>
        </p:spPr>
        <p:txBody>
          <a:bodyPr/>
          <a:lstStyle>
            <a:lvl1pPr>
              <a:defRPr>
                <a:solidFill>
                  <a:schemeClr val="tx1"/>
                </a:solidFill>
              </a:defRPr>
            </a:lvl1pPr>
          </a:lstStyle>
          <a:p>
            <a:r>
              <a:rPr lang="de-DE"/>
              <a:t>Mastertitelformat bearbeiten</a:t>
            </a:r>
            <a:endParaRPr lang="de-DE" dirty="0"/>
          </a:p>
        </p:txBody>
      </p:sp>
      <p:sp>
        <p:nvSpPr>
          <p:cNvPr id="5" name="Foliennummernplatzhalter 4">
            <a:extLst>
              <a:ext uri="{FF2B5EF4-FFF2-40B4-BE49-F238E27FC236}">
                <a16:creationId xmlns:a16="http://schemas.microsoft.com/office/drawing/2014/main" id="{AFD5FA51-9A63-4B84-9E5C-8083124E0152}"/>
              </a:ext>
            </a:extLst>
          </p:cNvPr>
          <p:cNvSpPr>
            <a:spLocks noGrp="1"/>
          </p:cNvSpPr>
          <p:nvPr>
            <p:ph type="sldNum" sz="quarter" idx="12"/>
          </p:nvPr>
        </p:nvSpPr>
        <p:spPr/>
        <p:txBody>
          <a:bodyPr/>
          <a:lstStyle/>
          <a:p>
            <a:fld id="{FE474E4C-431A-524F-A233-B9B84658CEA9}" type="slidenum">
              <a:rPr lang="de-DE" smtClean="0"/>
              <a:pPr/>
              <a:t>‹Nr.›</a:t>
            </a:fld>
            <a:endParaRPr lang="de-DE" dirty="0"/>
          </a:p>
        </p:txBody>
      </p:sp>
      <p:sp>
        <p:nvSpPr>
          <p:cNvPr id="7" name="Inhaltsplatzhalter 6">
            <a:extLst>
              <a:ext uri="{FF2B5EF4-FFF2-40B4-BE49-F238E27FC236}">
                <a16:creationId xmlns:a16="http://schemas.microsoft.com/office/drawing/2014/main" id="{D65807EB-1442-4D98-AC94-DC11E8C51A68}"/>
              </a:ext>
            </a:extLst>
          </p:cNvPr>
          <p:cNvSpPr>
            <a:spLocks noGrp="1"/>
          </p:cNvSpPr>
          <p:nvPr>
            <p:ph sz="quarter" idx="13"/>
          </p:nvPr>
        </p:nvSpPr>
        <p:spPr>
          <a:xfrm>
            <a:off x="550800" y="1645920"/>
            <a:ext cx="11263461" cy="466215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pic>
        <p:nvPicPr>
          <p:cNvPr id="11" name="Grafik 10">
            <a:extLst>
              <a:ext uri="{FF2B5EF4-FFF2-40B4-BE49-F238E27FC236}">
                <a16:creationId xmlns:a16="http://schemas.microsoft.com/office/drawing/2014/main" id="{BEA3E4F9-B7A3-400D-9751-9375EADDD008}"/>
              </a:ext>
            </a:extLst>
          </p:cNvPr>
          <p:cNvPicPr>
            <a:picLocks noChangeAspect="1"/>
          </p:cNvPicPr>
          <p:nvPr userDrawn="1"/>
        </p:nvPicPr>
        <p:blipFill>
          <a:blip r:embed="rId2" cstate="hqprint">
            <a:extLst>
              <a:ext uri="{28A0092B-C50C-407E-A947-70E740481C1C}">
                <a14:useLocalDpi xmlns:a14="http://schemas.microsoft.com/office/drawing/2010/main"/>
              </a:ext>
            </a:extLst>
          </a:blip>
          <a:stretch>
            <a:fillRect/>
          </a:stretch>
        </p:blipFill>
        <p:spPr>
          <a:xfrm>
            <a:off x="11003871" y="267192"/>
            <a:ext cx="877618" cy="468000"/>
          </a:xfrm>
          <a:prstGeom prst="rect">
            <a:avLst/>
          </a:prstGeom>
        </p:spPr>
      </p:pic>
      <p:sp>
        <p:nvSpPr>
          <p:cNvPr id="3" name="Datumsplatzhalter 2">
            <a:extLst>
              <a:ext uri="{FF2B5EF4-FFF2-40B4-BE49-F238E27FC236}">
                <a16:creationId xmlns:a16="http://schemas.microsoft.com/office/drawing/2014/main" id="{ACCDD80A-EF7E-460F-9BE5-FDB0089AA936}"/>
              </a:ext>
            </a:extLst>
          </p:cNvPr>
          <p:cNvSpPr>
            <a:spLocks noGrp="1"/>
          </p:cNvSpPr>
          <p:nvPr>
            <p:ph type="dt" sz="half" idx="10"/>
          </p:nvPr>
        </p:nvSpPr>
        <p:spPr/>
        <p:txBody>
          <a:bodyPr/>
          <a:lstStyle/>
          <a:p>
            <a:fld id="{94FFB94A-3D39-4929-B688-1FEC69F38511}" type="datetime1">
              <a:rPr lang="de-DE" smtClean="0"/>
              <a:t>09.07.2025</a:t>
            </a:fld>
            <a:endParaRPr lang="de-DE" dirty="0"/>
          </a:p>
        </p:txBody>
      </p:sp>
      <p:sp>
        <p:nvSpPr>
          <p:cNvPr id="4" name="Fußzeilenplatzhalter 3">
            <a:extLst>
              <a:ext uri="{FF2B5EF4-FFF2-40B4-BE49-F238E27FC236}">
                <a16:creationId xmlns:a16="http://schemas.microsoft.com/office/drawing/2014/main" id="{4F0C502C-61DA-4582-9598-08697F23692A}"/>
              </a:ext>
            </a:extLst>
          </p:cNvPr>
          <p:cNvSpPr>
            <a:spLocks noGrp="1"/>
          </p:cNvSpPr>
          <p:nvPr>
            <p:ph type="ftr" sz="quarter" idx="11"/>
          </p:nvPr>
        </p:nvSpPr>
        <p:spPr/>
        <p:txBody>
          <a:bodyPr/>
          <a:lstStyle/>
          <a:p>
            <a:r>
              <a:rPr lang="en-US"/>
              <a:t>© Copyright 2022 • S&amp;N Group AG • All rights reserved.</a:t>
            </a:r>
            <a:endParaRPr lang="de-DE" dirty="0"/>
          </a:p>
        </p:txBody>
      </p:sp>
    </p:spTree>
    <p:extLst>
      <p:ext uri="{BB962C8B-B14F-4D97-AF65-F5344CB8AC3E}">
        <p14:creationId xmlns:p14="http://schemas.microsoft.com/office/powerpoint/2010/main" val="3022662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tandard m linkem Header 1">
    <p:spTree>
      <p:nvGrpSpPr>
        <p:cNvPr id="1" name=""/>
        <p:cNvGrpSpPr/>
        <p:nvPr/>
      </p:nvGrpSpPr>
      <p:grpSpPr>
        <a:xfrm>
          <a:off x="0" y="0"/>
          <a:ext cx="0" cy="0"/>
          <a:chOff x="0" y="0"/>
          <a:chExt cx="0" cy="0"/>
        </a:xfrm>
      </p:grpSpPr>
      <p:pic>
        <p:nvPicPr>
          <p:cNvPr id="9" name="Grafik 8">
            <a:extLst>
              <a:ext uri="{FF2B5EF4-FFF2-40B4-BE49-F238E27FC236}">
                <a16:creationId xmlns:a16="http://schemas.microsoft.com/office/drawing/2014/main" id="{C1342303-2F83-4BAB-B409-C651F8AFEA0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33750" cy="6858000"/>
          </a:xfrm>
          <a:prstGeom prst="rect">
            <a:avLst/>
          </a:prstGeom>
        </p:spPr>
      </p:pic>
      <p:pic>
        <p:nvPicPr>
          <p:cNvPr id="8" name="Grafik 7">
            <a:extLst>
              <a:ext uri="{FF2B5EF4-FFF2-40B4-BE49-F238E27FC236}">
                <a16:creationId xmlns:a16="http://schemas.microsoft.com/office/drawing/2014/main" id="{E4AF481A-212F-49B7-B703-4C74012B913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003871" y="267192"/>
            <a:ext cx="877618" cy="468000"/>
          </a:xfrm>
          <a:prstGeom prst="rect">
            <a:avLst/>
          </a:prstGeom>
        </p:spPr>
      </p:pic>
      <p:sp>
        <p:nvSpPr>
          <p:cNvPr id="10" name="Inhaltsplatzhalter 9">
            <a:extLst>
              <a:ext uri="{FF2B5EF4-FFF2-40B4-BE49-F238E27FC236}">
                <a16:creationId xmlns:a16="http://schemas.microsoft.com/office/drawing/2014/main" id="{9FAF402D-4AEF-4721-AC7F-B6B7BA0AD4D8}"/>
              </a:ext>
            </a:extLst>
          </p:cNvPr>
          <p:cNvSpPr>
            <a:spLocks noGrp="1"/>
          </p:cNvSpPr>
          <p:nvPr>
            <p:ph sz="quarter" idx="13"/>
          </p:nvPr>
        </p:nvSpPr>
        <p:spPr>
          <a:xfrm>
            <a:off x="3821876" y="980728"/>
            <a:ext cx="7834312" cy="537721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2" name="Rechteck 11">
            <a:extLst>
              <a:ext uri="{FF2B5EF4-FFF2-40B4-BE49-F238E27FC236}">
                <a16:creationId xmlns:a16="http://schemas.microsoft.com/office/drawing/2014/main" id="{5AF97B1D-8202-4F30-BB78-1229D0CC9CB6}"/>
              </a:ext>
            </a:extLst>
          </p:cNvPr>
          <p:cNvSpPr/>
          <p:nvPr userDrawn="1"/>
        </p:nvSpPr>
        <p:spPr bwMode="auto">
          <a:xfrm>
            <a:off x="0" y="-2"/>
            <a:ext cx="3334269" cy="6858002"/>
          </a:xfrm>
          <a:prstGeom prst="rect">
            <a:avLst/>
          </a:prstGeom>
          <a:solidFill>
            <a:srgbClr val="FFFFFF">
              <a:alpha val="65098"/>
            </a:srgb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 name="Titel 1">
            <a:extLst>
              <a:ext uri="{FF2B5EF4-FFF2-40B4-BE49-F238E27FC236}">
                <a16:creationId xmlns:a16="http://schemas.microsoft.com/office/drawing/2014/main" id="{133FE398-9985-438E-B744-DE4E93896FD6}"/>
              </a:ext>
            </a:extLst>
          </p:cNvPr>
          <p:cNvSpPr>
            <a:spLocks noGrp="1"/>
          </p:cNvSpPr>
          <p:nvPr>
            <p:ph type="title"/>
          </p:nvPr>
        </p:nvSpPr>
        <p:spPr>
          <a:xfrm>
            <a:off x="338684" y="2670390"/>
            <a:ext cx="2400330" cy="1777397"/>
          </a:xfrm>
        </p:spPr>
        <p:txBody>
          <a:bodyPr/>
          <a:lstStyle>
            <a:lvl1pPr algn="ctr">
              <a:defRPr>
                <a:solidFill>
                  <a:schemeClr val="tx1"/>
                </a:solidFill>
              </a:defRPr>
            </a:lvl1pPr>
          </a:lstStyle>
          <a:p>
            <a:r>
              <a:rPr lang="de-DE"/>
              <a:t>Mastertitelformat bearbeiten</a:t>
            </a:r>
            <a:endParaRPr lang="de-DE" dirty="0"/>
          </a:p>
        </p:txBody>
      </p:sp>
      <p:sp>
        <p:nvSpPr>
          <p:cNvPr id="11" name="직사각형 42">
            <a:extLst>
              <a:ext uri="{FF2B5EF4-FFF2-40B4-BE49-F238E27FC236}">
                <a16:creationId xmlns:a16="http://schemas.microsoft.com/office/drawing/2014/main" id="{6F5E4364-492C-4BC8-B04A-A184671675F1}"/>
              </a:ext>
            </a:extLst>
          </p:cNvPr>
          <p:cNvSpPr/>
          <p:nvPr userDrawn="1"/>
        </p:nvSpPr>
        <p:spPr>
          <a:xfrm>
            <a:off x="1466849" y="-1"/>
            <a:ext cx="72000" cy="1777397"/>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5" name="Foliennummernplatzhalter 4">
            <a:extLst>
              <a:ext uri="{FF2B5EF4-FFF2-40B4-BE49-F238E27FC236}">
                <a16:creationId xmlns:a16="http://schemas.microsoft.com/office/drawing/2014/main" id="{4B9AAEBA-B76D-4DB5-AD05-7FA017B229AD}"/>
              </a:ext>
            </a:extLst>
          </p:cNvPr>
          <p:cNvSpPr>
            <a:spLocks noGrp="1"/>
          </p:cNvSpPr>
          <p:nvPr>
            <p:ph type="sldNum" sz="quarter" idx="12"/>
          </p:nvPr>
        </p:nvSpPr>
        <p:spPr/>
        <p:txBody>
          <a:bodyPr/>
          <a:lstStyle/>
          <a:p>
            <a:fld id="{FE474E4C-431A-524F-A233-B9B84658CEA9}" type="slidenum">
              <a:rPr lang="de-DE" smtClean="0"/>
              <a:pPr/>
              <a:t>‹Nr.›</a:t>
            </a:fld>
            <a:endParaRPr lang="de-DE" dirty="0"/>
          </a:p>
        </p:txBody>
      </p:sp>
      <p:sp>
        <p:nvSpPr>
          <p:cNvPr id="3" name="Datumsplatzhalter 2">
            <a:extLst>
              <a:ext uri="{FF2B5EF4-FFF2-40B4-BE49-F238E27FC236}">
                <a16:creationId xmlns:a16="http://schemas.microsoft.com/office/drawing/2014/main" id="{536E3A23-F7E2-4E20-9B13-5DE4F6CD0E87}"/>
              </a:ext>
            </a:extLst>
          </p:cNvPr>
          <p:cNvSpPr>
            <a:spLocks noGrp="1"/>
          </p:cNvSpPr>
          <p:nvPr>
            <p:ph type="dt" sz="half" idx="10"/>
          </p:nvPr>
        </p:nvSpPr>
        <p:spPr/>
        <p:txBody>
          <a:bodyPr/>
          <a:lstStyle/>
          <a:p>
            <a:fld id="{ABF0CCA0-3537-474F-AE4F-50DB31F53970}" type="datetime1">
              <a:rPr lang="de-DE" smtClean="0"/>
              <a:t>09.07.2025</a:t>
            </a:fld>
            <a:endParaRPr lang="de-DE" dirty="0"/>
          </a:p>
        </p:txBody>
      </p:sp>
      <p:sp>
        <p:nvSpPr>
          <p:cNvPr id="4" name="Fußzeilenplatzhalter 3">
            <a:extLst>
              <a:ext uri="{FF2B5EF4-FFF2-40B4-BE49-F238E27FC236}">
                <a16:creationId xmlns:a16="http://schemas.microsoft.com/office/drawing/2014/main" id="{37B9D330-5DB7-44F3-8418-82D1DEF43CAF}"/>
              </a:ext>
            </a:extLst>
          </p:cNvPr>
          <p:cNvSpPr>
            <a:spLocks noGrp="1"/>
          </p:cNvSpPr>
          <p:nvPr>
            <p:ph type="ftr" sz="quarter" idx="11"/>
          </p:nvPr>
        </p:nvSpPr>
        <p:spPr/>
        <p:txBody>
          <a:bodyPr/>
          <a:lstStyle/>
          <a:p>
            <a:r>
              <a:rPr lang="en-US"/>
              <a:t>© Copyright 2022 • S&amp;N Group AG • All rights reserved.</a:t>
            </a:r>
            <a:endParaRPr lang="de-DE" dirty="0"/>
          </a:p>
        </p:txBody>
      </p:sp>
    </p:spTree>
    <p:extLst>
      <p:ext uri="{BB962C8B-B14F-4D97-AF65-F5344CB8AC3E}">
        <p14:creationId xmlns:p14="http://schemas.microsoft.com/office/powerpoint/2010/main" val="5366256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ndard m linkem Header 2">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3E4AB44B-2E9C-413B-80A8-BA2FF2B0986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3333750" cy="6858000"/>
          </a:xfrm>
          <a:prstGeom prst="rect">
            <a:avLst/>
          </a:prstGeom>
        </p:spPr>
      </p:pic>
      <p:pic>
        <p:nvPicPr>
          <p:cNvPr id="8" name="Grafik 7">
            <a:extLst>
              <a:ext uri="{FF2B5EF4-FFF2-40B4-BE49-F238E27FC236}">
                <a16:creationId xmlns:a16="http://schemas.microsoft.com/office/drawing/2014/main" id="{E4AF481A-212F-49B7-B703-4C74012B913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003871" y="267192"/>
            <a:ext cx="877618" cy="468000"/>
          </a:xfrm>
          <a:prstGeom prst="rect">
            <a:avLst/>
          </a:prstGeom>
        </p:spPr>
      </p:pic>
      <p:sp>
        <p:nvSpPr>
          <p:cNvPr id="10" name="Inhaltsplatzhalter 9">
            <a:extLst>
              <a:ext uri="{FF2B5EF4-FFF2-40B4-BE49-F238E27FC236}">
                <a16:creationId xmlns:a16="http://schemas.microsoft.com/office/drawing/2014/main" id="{9FAF402D-4AEF-4721-AC7F-B6B7BA0AD4D8}"/>
              </a:ext>
            </a:extLst>
          </p:cNvPr>
          <p:cNvSpPr>
            <a:spLocks noGrp="1"/>
          </p:cNvSpPr>
          <p:nvPr>
            <p:ph sz="quarter" idx="13"/>
          </p:nvPr>
        </p:nvSpPr>
        <p:spPr>
          <a:xfrm>
            <a:off x="3821876" y="979200"/>
            <a:ext cx="7834312" cy="537833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9" name="Rechteck 8">
            <a:extLst>
              <a:ext uri="{FF2B5EF4-FFF2-40B4-BE49-F238E27FC236}">
                <a16:creationId xmlns:a16="http://schemas.microsoft.com/office/drawing/2014/main" id="{3126DE14-CE8A-4B9E-8F75-E6341859FAA0}"/>
              </a:ext>
            </a:extLst>
          </p:cNvPr>
          <p:cNvSpPr/>
          <p:nvPr userDrawn="1"/>
        </p:nvSpPr>
        <p:spPr bwMode="auto">
          <a:xfrm>
            <a:off x="0" y="0"/>
            <a:ext cx="3334269" cy="6858002"/>
          </a:xfrm>
          <a:prstGeom prst="rect">
            <a:avLst/>
          </a:prstGeom>
          <a:solidFill>
            <a:srgbClr val="FFFFFF">
              <a:alpha val="65098"/>
            </a:srgb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1" name="Titel 1">
            <a:extLst>
              <a:ext uri="{FF2B5EF4-FFF2-40B4-BE49-F238E27FC236}">
                <a16:creationId xmlns:a16="http://schemas.microsoft.com/office/drawing/2014/main" id="{8FC07060-3DE1-4C55-B7B8-497394350786}"/>
              </a:ext>
            </a:extLst>
          </p:cNvPr>
          <p:cNvSpPr>
            <a:spLocks noGrp="1"/>
          </p:cNvSpPr>
          <p:nvPr>
            <p:ph type="title"/>
          </p:nvPr>
        </p:nvSpPr>
        <p:spPr>
          <a:xfrm>
            <a:off x="338684" y="2670390"/>
            <a:ext cx="2400330" cy="1777397"/>
          </a:xfrm>
        </p:spPr>
        <p:txBody>
          <a:bodyPr/>
          <a:lstStyle>
            <a:lvl1pPr algn="ctr">
              <a:defRPr>
                <a:solidFill>
                  <a:schemeClr val="tx1"/>
                </a:solidFill>
              </a:defRPr>
            </a:lvl1pPr>
          </a:lstStyle>
          <a:p>
            <a:r>
              <a:rPr lang="de-DE"/>
              <a:t>Mastertitelformat bearbeiten</a:t>
            </a:r>
            <a:endParaRPr lang="de-DE" dirty="0"/>
          </a:p>
        </p:txBody>
      </p:sp>
      <p:sp>
        <p:nvSpPr>
          <p:cNvPr id="5" name="Foliennummernplatzhalter 4">
            <a:extLst>
              <a:ext uri="{FF2B5EF4-FFF2-40B4-BE49-F238E27FC236}">
                <a16:creationId xmlns:a16="http://schemas.microsoft.com/office/drawing/2014/main" id="{4B9AAEBA-B76D-4DB5-AD05-7FA017B229AD}"/>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
        <p:nvSpPr>
          <p:cNvPr id="3" name="Datumsplatzhalter 2">
            <a:extLst>
              <a:ext uri="{FF2B5EF4-FFF2-40B4-BE49-F238E27FC236}">
                <a16:creationId xmlns:a16="http://schemas.microsoft.com/office/drawing/2014/main" id="{536E3A23-F7E2-4E20-9B13-5DE4F6CD0E87}"/>
              </a:ext>
            </a:extLst>
          </p:cNvPr>
          <p:cNvSpPr>
            <a:spLocks noGrp="1"/>
          </p:cNvSpPr>
          <p:nvPr>
            <p:ph type="dt" sz="half" idx="10"/>
          </p:nvPr>
        </p:nvSpPr>
        <p:spPr/>
        <p:txBody>
          <a:bodyPr/>
          <a:lstStyle>
            <a:lvl1pPr>
              <a:defRPr>
                <a:solidFill>
                  <a:schemeClr val="tx1">
                    <a:lumMod val="40000"/>
                    <a:lumOff val="60000"/>
                  </a:schemeClr>
                </a:solidFill>
              </a:defRPr>
            </a:lvl1pPr>
          </a:lstStyle>
          <a:p>
            <a:fld id="{2196F416-5FE8-4978-BB70-45A780668996}" type="datetime1">
              <a:rPr lang="de-DE" smtClean="0"/>
              <a:t>09.07.2025</a:t>
            </a:fld>
            <a:endParaRPr lang="de-DE" dirty="0"/>
          </a:p>
        </p:txBody>
      </p:sp>
      <p:sp>
        <p:nvSpPr>
          <p:cNvPr id="4" name="Fußzeilenplatzhalter 3">
            <a:extLst>
              <a:ext uri="{FF2B5EF4-FFF2-40B4-BE49-F238E27FC236}">
                <a16:creationId xmlns:a16="http://schemas.microsoft.com/office/drawing/2014/main" id="{37B9D330-5DB7-44F3-8418-82D1DEF43CAF}"/>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Tree>
    <p:extLst>
      <p:ext uri="{BB962C8B-B14F-4D97-AF65-F5344CB8AC3E}">
        <p14:creationId xmlns:p14="http://schemas.microsoft.com/office/powerpoint/2010/main" val="38657708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egenüberstellung 1">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30880033-78A3-4B62-99EC-F6160D35D7EE}"/>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76737" y="0"/>
            <a:ext cx="3438525" cy="6858000"/>
          </a:xfrm>
          <a:prstGeom prst="rect">
            <a:avLst/>
          </a:prstGeom>
        </p:spPr>
      </p:pic>
      <p:sp>
        <p:nvSpPr>
          <p:cNvPr id="16" name="직사각형 9">
            <a:extLst>
              <a:ext uri="{FF2B5EF4-FFF2-40B4-BE49-F238E27FC236}">
                <a16:creationId xmlns:a16="http://schemas.microsoft.com/office/drawing/2014/main" id="{492DA4D8-B9BE-4D66-9EA5-93228D7A0C19}"/>
              </a:ext>
            </a:extLst>
          </p:cNvPr>
          <p:cNvSpPr/>
          <p:nvPr userDrawn="1"/>
        </p:nvSpPr>
        <p:spPr>
          <a:xfrm>
            <a:off x="4377600" y="0"/>
            <a:ext cx="3438000" cy="6874130"/>
          </a:xfrm>
          <a:prstGeom prst="rect">
            <a:avLst/>
          </a:prstGeom>
          <a:solidFill>
            <a:srgbClr val="54606C">
              <a:alpha val="65000"/>
            </a:srgbClr>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chemeClr val="bg1"/>
              </a:solidFill>
              <a:effectLst/>
              <a:uLnTx/>
              <a:uFillTx/>
              <a:latin typeface="Arial" panose="020B0604020202020204"/>
              <a:ea typeface="굴림" panose="020B0600000101010101" pitchFamily="34" charset="-127"/>
              <a:cs typeface="+mn-cs"/>
            </a:endParaRPr>
          </a:p>
        </p:txBody>
      </p:sp>
      <p:sp>
        <p:nvSpPr>
          <p:cNvPr id="12" name="Inhaltsplatzhalter 11">
            <a:extLst>
              <a:ext uri="{FF2B5EF4-FFF2-40B4-BE49-F238E27FC236}">
                <a16:creationId xmlns:a16="http://schemas.microsoft.com/office/drawing/2014/main" id="{B2C2AD63-7F0D-402F-9A88-960D9F19C9B2}"/>
              </a:ext>
            </a:extLst>
          </p:cNvPr>
          <p:cNvSpPr>
            <a:spLocks noGrp="1"/>
          </p:cNvSpPr>
          <p:nvPr>
            <p:ph sz="quarter" idx="13"/>
          </p:nvPr>
        </p:nvSpPr>
        <p:spPr>
          <a:xfrm>
            <a:off x="449263" y="1270661"/>
            <a:ext cx="3586162" cy="50872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3" name="Inhaltsplatzhalter 11">
            <a:extLst>
              <a:ext uri="{FF2B5EF4-FFF2-40B4-BE49-F238E27FC236}">
                <a16:creationId xmlns:a16="http://schemas.microsoft.com/office/drawing/2014/main" id="{DD643B95-D889-40DC-B1ED-1FF1F2F4A46D}"/>
              </a:ext>
            </a:extLst>
          </p:cNvPr>
          <p:cNvSpPr>
            <a:spLocks noGrp="1"/>
          </p:cNvSpPr>
          <p:nvPr>
            <p:ph sz="quarter" idx="14"/>
          </p:nvPr>
        </p:nvSpPr>
        <p:spPr>
          <a:xfrm>
            <a:off x="8121983" y="1270800"/>
            <a:ext cx="3586162" cy="50872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 name="직사각형 42">
            <a:extLst>
              <a:ext uri="{FF2B5EF4-FFF2-40B4-BE49-F238E27FC236}">
                <a16:creationId xmlns:a16="http://schemas.microsoft.com/office/drawing/2014/main" id="{70B74706-AB49-492A-BC36-3F663077B1B0}"/>
              </a:ext>
            </a:extLst>
          </p:cNvPr>
          <p:cNvSpPr/>
          <p:nvPr userDrawn="1"/>
        </p:nvSpPr>
        <p:spPr>
          <a:xfrm>
            <a:off x="5356035" y="-1"/>
            <a:ext cx="72000" cy="1777397"/>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2" name="Titel 1">
            <a:extLst>
              <a:ext uri="{FF2B5EF4-FFF2-40B4-BE49-F238E27FC236}">
                <a16:creationId xmlns:a16="http://schemas.microsoft.com/office/drawing/2014/main" id="{A11929EA-5C63-4121-9585-04CDC0787532}"/>
              </a:ext>
            </a:extLst>
          </p:cNvPr>
          <p:cNvSpPr>
            <a:spLocks noGrp="1"/>
          </p:cNvSpPr>
          <p:nvPr>
            <p:ph type="title"/>
          </p:nvPr>
        </p:nvSpPr>
        <p:spPr>
          <a:xfrm>
            <a:off x="4731328" y="2220686"/>
            <a:ext cx="2809504" cy="2641402"/>
          </a:xfrm>
        </p:spPr>
        <p:txBody>
          <a:bodyPr/>
          <a:lstStyle>
            <a:lvl1pPr algn="ctr">
              <a:defRPr>
                <a:solidFill>
                  <a:schemeClr val="tx2"/>
                </a:solidFill>
              </a:defRPr>
            </a:lvl1pPr>
          </a:lstStyle>
          <a:p>
            <a:r>
              <a:rPr lang="de-DE"/>
              <a:t>Mastertitelformat bearbeiten</a:t>
            </a:r>
            <a:endParaRPr lang="de-DE" dirty="0"/>
          </a:p>
        </p:txBody>
      </p:sp>
      <p:sp>
        <p:nvSpPr>
          <p:cNvPr id="4" name="Fußzeilenplatzhalter 3">
            <a:extLst>
              <a:ext uri="{FF2B5EF4-FFF2-40B4-BE49-F238E27FC236}">
                <a16:creationId xmlns:a16="http://schemas.microsoft.com/office/drawing/2014/main" id="{7BF3D99B-062B-41A5-B7F4-17AE3F3EE102}"/>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
        <p:nvSpPr>
          <p:cNvPr id="3" name="Datumsplatzhalter 2">
            <a:extLst>
              <a:ext uri="{FF2B5EF4-FFF2-40B4-BE49-F238E27FC236}">
                <a16:creationId xmlns:a16="http://schemas.microsoft.com/office/drawing/2014/main" id="{8CB7FF03-4672-4E12-9024-A99BB7262D3E}"/>
              </a:ext>
            </a:extLst>
          </p:cNvPr>
          <p:cNvSpPr>
            <a:spLocks noGrp="1"/>
          </p:cNvSpPr>
          <p:nvPr>
            <p:ph type="dt" sz="half" idx="10"/>
          </p:nvPr>
        </p:nvSpPr>
        <p:spPr/>
        <p:txBody>
          <a:bodyPr/>
          <a:lstStyle>
            <a:lvl1pPr>
              <a:defRPr>
                <a:solidFill>
                  <a:schemeClr val="tx1">
                    <a:lumMod val="40000"/>
                    <a:lumOff val="60000"/>
                  </a:schemeClr>
                </a:solidFill>
              </a:defRPr>
            </a:lvl1pPr>
          </a:lstStyle>
          <a:p>
            <a:fld id="{897A5482-8DD3-4A2F-8052-E4D73B7FB815}" type="datetime1">
              <a:rPr lang="de-DE" smtClean="0"/>
              <a:t>09.07.2025</a:t>
            </a:fld>
            <a:endParaRPr lang="de-DE" dirty="0"/>
          </a:p>
        </p:txBody>
      </p:sp>
      <p:sp>
        <p:nvSpPr>
          <p:cNvPr id="5" name="Foliennummernplatzhalter 4">
            <a:extLst>
              <a:ext uri="{FF2B5EF4-FFF2-40B4-BE49-F238E27FC236}">
                <a16:creationId xmlns:a16="http://schemas.microsoft.com/office/drawing/2014/main" id="{4B7B2A02-275A-4102-8F96-EE3EE98900D6}"/>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Tree>
    <p:extLst>
      <p:ext uri="{BB962C8B-B14F-4D97-AF65-F5344CB8AC3E}">
        <p14:creationId xmlns:p14="http://schemas.microsoft.com/office/powerpoint/2010/main" val="12355362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Gegenüberstellung 2">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EECC844D-DDE0-4B07-997C-EF525B98E93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376737" y="0"/>
            <a:ext cx="3438525" cy="6858000"/>
          </a:xfrm>
          <a:prstGeom prst="rect">
            <a:avLst/>
          </a:prstGeom>
        </p:spPr>
      </p:pic>
      <p:sp>
        <p:nvSpPr>
          <p:cNvPr id="12" name="Inhaltsplatzhalter 11">
            <a:extLst>
              <a:ext uri="{FF2B5EF4-FFF2-40B4-BE49-F238E27FC236}">
                <a16:creationId xmlns:a16="http://schemas.microsoft.com/office/drawing/2014/main" id="{B2C2AD63-7F0D-402F-9A88-960D9F19C9B2}"/>
              </a:ext>
            </a:extLst>
          </p:cNvPr>
          <p:cNvSpPr>
            <a:spLocks noGrp="1"/>
          </p:cNvSpPr>
          <p:nvPr>
            <p:ph sz="quarter" idx="13"/>
          </p:nvPr>
        </p:nvSpPr>
        <p:spPr>
          <a:xfrm>
            <a:off x="449263" y="1270661"/>
            <a:ext cx="3586162" cy="50872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3" name="Inhaltsplatzhalter 11">
            <a:extLst>
              <a:ext uri="{FF2B5EF4-FFF2-40B4-BE49-F238E27FC236}">
                <a16:creationId xmlns:a16="http://schemas.microsoft.com/office/drawing/2014/main" id="{DD643B95-D889-40DC-B1ED-1FF1F2F4A46D}"/>
              </a:ext>
            </a:extLst>
          </p:cNvPr>
          <p:cNvSpPr>
            <a:spLocks noGrp="1"/>
          </p:cNvSpPr>
          <p:nvPr>
            <p:ph sz="quarter" idx="14"/>
          </p:nvPr>
        </p:nvSpPr>
        <p:spPr>
          <a:xfrm>
            <a:off x="8121983" y="1270800"/>
            <a:ext cx="3586162" cy="508727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1" name="직사각형 9">
            <a:extLst>
              <a:ext uri="{FF2B5EF4-FFF2-40B4-BE49-F238E27FC236}">
                <a16:creationId xmlns:a16="http://schemas.microsoft.com/office/drawing/2014/main" id="{928AF8C2-55C4-45B1-AB57-417FAF189EC2}"/>
              </a:ext>
            </a:extLst>
          </p:cNvPr>
          <p:cNvSpPr/>
          <p:nvPr userDrawn="1"/>
        </p:nvSpPr>
        <p:spPr>
          <a:xfrm>
            <a:off x="4377600" y="0"/>
            <a:ext cx="3438000" cy="6882618"/>
          </a:xfrm>
          <a:prstGeom prst="rect">
            <a:avLst/>
          </a:prstGeom>
          <a:solidFill>
            <a:srgbClr val="54606C">
              <a:alpha val="65000"/>
            </a:srgbClr>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schemeClr val="bg1"/>
              </a:solidFill>
              <a:effectLst/>
              <a:uLnTx/>
              <a:uFillTx/>
              <a:latin typeface="Arial" panose="020B0604020202020204"/>
              <a:ea typeface="굴림" panose="020B0600000101010101" pitchFamily="34" charset="-127"/>
              <a:cs typeface="+mn-cs"/>
            </a:endParaRPr>
          </a:p>
        </p:txBody>
      </p:sp>
      <p:sp>
        <p:nvSpPr>
          <p:cNvPr id="14" name="Titel 1">
            <a:extLst>
              <a:ext uri="{FF2B5EF4-FFF2-40B4-BE49-F238E27FC236}">
                <a16:creationId xmlns:a16="http://schemas.microsoft.com/office/drawing/2014/main" id="{D43DDC82-EC3C-47DA-820B-74F8F044D00F}"/>
              </a:ext>
            </a:extLst>
          </p:cNvPr>
          <p:cNvSpPr>
            <a:spLocks noGrp="1"/>
          </p:cNvSpPr>
          <p:nvPr>
            <p:ph type="title"/>
          </p:nvPr>
        </p:nvSpPr>
        <p:spPr>
          <a:xfrm>
            <a:off x="4731328" y="2220686"/>
            <a:ext cx="2809504" cy="2641402"/>
          </a:xfrm>
        </p:spPr>
        <p:txBody>
          <a:bodyPr/>
          <a:lstStyle>
            <a:lvl1pPr algn="ctr">
              <a:defRPr>
                <a:solidFill>
                  <a:schemeClr val="tx2"/>
                </a:solidFill>
              </a:defRPr>
            </a:lvl1pPr>
          </a:lstStyle>
          <a:p>
            <a:r>
              <a:rPr lang="de-DE"/>
              <a:t>Mastertitelformat bearbeiten</a:t>
            </a:r>
            <a:endParaRPr lang="de-DE" dirty="0"/>
          </a:p>
        </p:txBody>
      </p:sp>
      <p:sp>
        <p:nvSpPr>
          <p:cNvPr id="3" name="Datumsplatzhalter 2">
            <a:extLst>
              <a:ext uri="{FF2B5EF4-FFF2-40B4-BE49-F238E27FC236}">
                <a16:creationId xmlns:a16="http://schemas.microsoft.com/office/drawing/2014/main" id="{8CB7FF03-4672-4E12-9024-A99BB7262D3E}"/>
              </a:ext>
            </a:extLst>
          </p:cNvPr>
          <p:cNvSpPr>
            <a:spLocks noGrp="1"/>
          </p:cNvSpPr>
          <p:nvPr>
            <p:ph type="dt" sz="half" idx="10"/>
          </p:nvPr>
        </p:nvSpPr>
        <p:spPr/>
        <p:txBody>
          <a:bodyPr/>
          <a:lstStyle>
            <a:lvl1pPr>
              <a:defRPr>
                <a:solidFill>
                  <a:schemeClr val="tx1">
                    <a:lumMod val="40000"/>
                    <a:lumOff val="60000"/>
                  </a:schemeClr>
                </a:solidFill>
              </a:defRPr>
            </a:lvl1pPr>
          </a:lstStyle>
          <a:p>
            <a:fld id="{2811867F-6609-430E-8E46-93FA078043F9}" type="datetime1">
              <a:rPr lang="de-DE" smtClean="0"/>
              <a:t>09.07.2025</a:t>
            </a:fld>
            <a:endParaRPr lang="de-DE" dirty="0"/>
          </a:p>
        </p:txBody>
      </p:sp>
      <p:sp>
        <p:nvSpPr>
          <p:cNvPr id="5" name="Foliennummernplatzhalter 4">
            <a:extLst>
              <a:ext uri="{FF2B5EF4-FFF2-40B4-BE49-F238E27FC236}">
                <a16:creationId xmlns:a16="http://schemas.microsoft.com/office/drawing/2014/main" id="{4B7B2A02-275A-4102-8F96-EE3EE98900D6}"/>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
        <p:nvSpPr>
          <p:cNvPr id="4" name="Fußzeilenplatzhalter 3">
            <a:extLst>
              <a:ext uri="{FF2B5EF4-FFF2-40B4-BE49-F238E27FC236}">
                <a16:creationId xmlns:a16="http://schemas.microsoft.com/office/drawing/2014/main" id="{7BF3D99B-062B-41A5-B7F4-17AE3F3EE102}"/>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Tree>
    <p:extLst>
      <p:ext uri="{BB962C8B-B14F-4D97-AF65-F5344CB8AC3E}">
        <p14:creationId xmlns:p14="http://schemas.microsoft.com/office/powerpoint/2010/main" val="7433852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egenüberstellung 3">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8D46357E-50FD-4446-8C24-E528F3414403}"/>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1314450"/>
          </a:xfrm>
          <a:prstGeom prst="rect">
            <a:avLst/>
          </a:prstGeom>
        </p:spPr>
      </p:pic>
      <p:sp>
        <p:nvSpPr>
          <p:cNvPr id="7" name="Inhaltsplatzhalter 6">
            <a:extLst>
              <a:ext uri="{FF2B5EF4-FFF2-40B4-BE49-F238E27FC236}">
                <a16:creationId xmlns:a16="http://schemas.microsoft.com/office/drawing/2014/main" id="{D65807EB-1442-4D98-AC94-DC11E8C51A68}"/>
              </a:ext>
            </a:extLst>
          </p:cNvPr>
          <p:cNvSpPr>
            <a:spLocks noGrp="1"/>
          </p:cNvSpPr>
          <p:nvPr>
            <p:ph sz="quarter" idx="13"/>
          </p:nvPr>
        </p:nvSpPr>
        <p:spPr>
          <a:xfrm>
            <a:off x="550800" y="1645920"/>
            <a:ext cx="5251145" cy="466215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2" name="Inhaltsplatzhalter 11">
            <a:extLst>
              <a:ext uri="{FF2B5EF4-FFF2-40B4-BE49-F238E27FC236}">
                <a16:creationId xmlns:a16="http://schemas.microsoft.com/office/drawing/2014/main" id="{46F97871-D457-4A59-9BDF-91DA9F229C39}"/>
              </a:ext>
            </a:extLst>
          </p:cNvPr>
          <p:cNvSpPr>
            <a:spLocks noGrp="1"/>
          </p:cNvSpPr>
          <p:nvPr>
            <p:ph sz="quarter" idx="14"/>
          </p:nvPr>
        </p:nvSpPr>
        <p:spPr>
          <a:xfrm>
            <a:off x="6390057" y="1645920"/>
            <a:ext cx="5280002" cy="4662156"/>
          </a:xfrm>
          <a:solidFill>
            <a:schemeClr val="accent2">
              <a:lumMod val="60000"/>
              <a:lumOff val="40000"/>
            </a:schemeClr>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0" name="Rechteck 9">
            <a:extLst>
              <a:ext uri="{FF2B5EF4-FFF2-40B4-BE49-F238E27FC236}">
                <a16:creationId xmlns:a16="http://schemas.microsoft.com/office/drawing/2014/main" id="{106D4A16-4674-41A8-83FD-3329A35D15D8}"/>
              </a:ext>
            </a:extLst>
          </p:cNvPr>
          <p:cNvSpPr/>
          <p:nvPr userDrawn="1"/>
        </p:nvSpPr>
        <p:spPr bwMode="auto">
          <a:xfrm>
            <a:off x="0" y="0"/>
            <a:ext cx="12192000" cy="1314000"/>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 name="Titel 1">
            <a:extLst>
              <a:ext uri="{FF2B5EF4-FFF2-40B4-BE49-F238E27FC236}">
                <a16:creationId xmlns:a16="http://schemas.microsoft.com/office/drawing/2014/main" id="{9BAEF0F3-B06F-4583-A444-5ACBD9B0E731}"/>
              </a:ext>
            </a:extLst>
          </p:cNvPr>
          <p:cNvSpPr>
            <a:spLocks noGrp="1"/>
          </p:cNvSpPr>
          <p:nvPr>
            <p:ph type="title"/>
          </p:nvPr>
        </p:nvSpPr>
        <p:spPr>
          <a:xfrm>
            <a:off x="550800" y="295922"/>
            <a:ext cx="9935301" cy="758609"/>
          </a:xfrm>
        </p:spPr>
        <p:txBody>
          <a:bodyPr/>
          <a:lstStyle>
            <a:lvl1pPr>
              <a:defRPr>
                <a:solidFill>
                  <a:schemeClr val="tx1"/>
                </a:solidFill>
              </a:defRPr>
            </a:lvl1pPr>
          </a:lstStyle>
          <a:p>
            <a:r>
              <a:rPr lang="de-DE"/>
              <a:t>Mastertitelformat bearbeiten</a:t>
            </a:r>
            <a:endParaRPr lang="de-DE" dirty="0"/>
          </a:p>
        </p:txBody>
      </p:sp>
      <p:pic>
        <p:nvPicPr>
          <p:cNvPr id="11" name="Grafik 10">
            <a:extLst>
              <a:ext uri="{FF2B5EF4-FFF2-40B4-BE49-F238E27FC236}">
                <a16:creationId xmlns:a16="http://schemas.microsoft.com/office/drawing/2014/main" id="{BEA3E4F9-B7A3-400D-9751-9375EADDD00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003871" y="267192"/>
            <a:ext cx="877618" cy="468000"/>
          </a:xfrm>
          <a:prstGeom prst="rect">
            <a:avLst/>
          </a:prstGeom>
        </p:spPr>
      </p:pic>
      <p:sp>
        <p:nvSpPr>
          <p:cNvPr id="5" name="Foliennummernplatzhalter 4">
            <a:extLst>
              <a:ext uri="{FF2B5EF4-FFF2-40B4-BE49-F238E27FC236}">
                <a16:creationId xmlns:a16="http://schemas.microsoft.com/office/drawing/2014/main" id="{AFD5FA51-9A63-4B84-9E5C-8083124E0152}"/>
              </a:ext>
            </a:extLst>
          </p:cNvPr>
          <p:cNvSpPr>
            <a:spLocks noGrp="1"/>
          </p:cNvSpPr>
          <p:nvPr>
            <p:ph type="sldNum" sz="quarter" idx="12"/>
          </p:nvPr>
        </p:nvSpPr>
        <p:spPr/>
        <p:txBody>
          <a:bodyPr/>
          <a:lstStyle/>
          <a:p>
            <a:fld id="{FE474E4C-431A-524F-A233-B9B84658CEA9}" type="slidenum">
              <a:rPr lang="de-DE" smtClean="0"/>
              <a:pPr/>
              <a:t>‹Nr.›</a:t>
            </a:fld>
            <a:endParaRPr lang="de-DE" dirty="0"/>
          </a:p>
        </p:txBody>
      </p:sp>
      <p:sp>
        <p:nvSpPr>
          <p:cNvPr id="3" name="Datumsplatzhalter 2">
            <a:extLst>
              <a:ext uri="{FF2B5EF4-FFF2-40B4-BE49-F238E27FC236}">
                <a16:creationId xmlns:a16="http://schemas.microsoft.com/office/drawing/2014/main" id="{ACCDD80A-EF7E-460F-9BE5-FDB0089AA936}"/>
              </a:ext>
            </a:extLst>
          </p:cNvPr>
          <p:cNvSpPr>
            <a:spLocks noGrp="1"/>
          </p:cNvSpPr>
          <p:nvPr>
            <p:ph type="dt" sz="half" idx="10"/>
          </p:nvPr>
        </p:nvSpPr>
        <p:spPr/>
        <p:txBody>
          <a:bodyPr/>
          <a:lstStyle/>
          <a:p>
            <a:fld id="{C816E7EE-D71F-4813-B3C4-79CC1FDB86FD}" type="datetime1">
              <a:rPr lang="de-DE" smtClean="0"/>
              <a:t>09.07.2025</a:t>
            </a:fld>
            <a:endParaRPr lang="de-DE" dirty="0"/>
          </a:p>
        </p:txBody>
      </p:sp>
      <p:sp>
        <p:nvSpPr>
          <p:cNvPr id="4" name="Fußzeilenplatzhalter 3">
            <a:extLst>
              <a:ext uri="{FF2B5EF4-FFF2-40B4-BE49-F238E27FC236}">
                <a16:creationId xmlns:a16="http://schemas.microsoft.com/office/drawing/2014/main" id="{4F0C502C-61DA-4582-9598-08697F23692A}"/>
              </a:ext>
            </a:extLst>
          </p:cNvPr>
          <p:cNvSpPr>
            <a:spLocks noGrp="1"/>
          </p:cNvSpPr>
          <p:nvPr>
            <p:ph type="ftr" sz="quarter" idx="11"/>
          </p:nvPr>
        </p:nvSpPr>
        <p:spPr/>
        <p:txBody>
          <a:bodyPr/>
          <a:lstStyle/>
          <a:p>
            <a:r>
              <a:rPr lang="en-US"/>
              <a:t>© Copyright 2022 • S&amp;N Group AG • All rights reserved.</a:t>
            </a:r>
            <a:endParaRPr lang="de-DE" dirty="0"/>
          </a:p>
        </p:txBody>
      </p:sp>
    </p:spTree>
    <p:extLst>
      <p:ext uri="{BB962C8B-B14F-4D97-AF65-F5344CB8AC3E}">
        <p14:creationId xmlns:p14="http://schemas.microsoft.com/office/powerpoint/2010/main" val="15649766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egenüberstellung 4">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BAE4EE15-0947-442C-8518-A9F0115E3B3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1314450"/>
          </a:xfrm>
          <a:prstGeom prst="rect">
            <a:avLst/>
          </a:prstGeom>
        </p:spPr>
      </p:pic>
      <p:sp>
        <p:nvSpPr>
          <p:cNvPr id="5" name="Foliennummernplatzhalter 4">
            <a:extLst>
              <a:ext uri="{FF2B5EF4-FFF2-40B4-BE49-F238E27FC236}">
                <a16:creationId xmlns:a16="http://schemas.microsoft.com/office/drawing/2014/main" id="{AFD5FA51-9A63-4B84-9E5C-8083124E0152}"/>
              </a:ext>
            </a:extLst>
          </p:cNvPr>
          <p:cNvSpPr>
            <a:spLocks noGrp="1"/>
          </p:cNvSpPr>
          <p:nvPr>
            <p:ph type="sldNum" sz="quarter" idx="12"/>
          </p:nvPr>
        </p:nvSpPr>
        <p:spPr/>
        <p:txBody>
          <a:bodyPr/>
          <a:lstStyle/>
          <a:p>
            <a:fld id="{FE474E4C-431A-524F-A233-B9B84658CEA9}" type="slidenum">
              <a:rPr lang="de-DE" smtClean="0"/>
              <a:pPr/>
              <a:t>‹Nr.›</a:t>
            </a:fld>
            <a:endParaRPr lang="de-DE" dirty="0"/>
          </a:p>
        </p:txBody>
      </p:sp>
      <p:sp>
        <p:nvSpPr>
          <p:cNvPr id="7" name="Inhaltsplatzhalter 6">
            <a:extLst>
              <a:ext uri="{FF2B5EF4-FFF2-40B4-BE49-F238E27FC236}">
                <a16:creationId xmlns:a16="http://schemas.microsoft.com/office/drawing/2014/main" id="{D65807EB-1442-4D98-AC94-DC11E8C51A68}"/>
              </a:ext>
            </a:extLst>
          </p:cNvPr>
          <p:cNvSpPr>
            <a:spLocks noGrp="1"/>
          </p:cNvSpPr>
          <p:nvPr>
            <p:ph sz="quarter" idx="13"/>
          </p:nvPr>
        </p:nvSpPr>
        <p:spPr>
          <a:xfrm>
            <a:off x="550800" y="1645920"/>
            <a:ext cx="5251145" cy="466215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2" name="Inhaltsplatzhalter 11">
            <a:extLst>
              <a:ext uri="{FF2B5EF4-FFF2-40B4-BE49-F238E27FC236}">
                <a16:creationId xmlns:a16="http://schemas.microsoft.com/office/drawing/2014/main" id="{46F97871-D457-4A59-9BDF-91DA9F229C39}"/>
              </a:ext>
            </a:extLst>
          </p:cNvPr>
          <p:cNvSpPr>
            <a:spLocks noGrp="1"/>
          </p:cNvSpPr>
          <p:nvPr>
            <p:ph sz="quarter" idx="14"/>
          </p:nvPr>
        </p:nvSpPr>
        <p:spPr>
          <a:xfrm>
            <a:off x="6390057" y="1645920"/>
            <a:ext cx="5280002" cy="4662156"/>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10" name="Rechteck 9">
            <a:extLst>
              <a:ext uri="{FF2B5EF4-FFF2-40B4-BE49-F238E27FC236}">
                <a16:creationId xmlns:a16="http://schemas.microsoft.com/office/drawing/2014/main" id="{4A92801A-88DC-40E0-8160-4F5AA52190EB}"/>
              </a:ext>
            </a:extLst>
          </p:cNvPr>
          <p:cNvSpPr/>
          <p:nvPr userDrawn="1"/>
        </p:nvSpPr>
        <p:spPr bwMode="auto">
          <a:xfrm>
            <a:off x="0" y="0"/>
            <a:ext cx="12216680" cy="1324742"/>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2" name="Titel 1">
            <a:extLst>
              <a:ext uri="{FF2B5EF4-FFF2-40B4-BE49-F238E27FC236}">
                <a16:creationId xmlns:a16="http://schemas.microsoft.com/office/drawing/2014/main" id="{9BAEF0F3-B06F-4583-A444-5ACBD9B0E731}"/>
              </a:ext>
            </a:extLst>
          </p:cNvPr>
          <p:cNvSpPr>
            <a:spLocks noGrp="1"/>
          </p:cNvSpPr>
          <p:nvPr>
            <p:ph type="title"/>
          </p:nvPr>
        </p:nvSpPr>
        <p:spPr>
          <a:xfrm>
            <a:off x="550800" y="295922"/>
            <a:ext cx="9935301" cy="758609"/>
          </a:xfrm>
        </p:spPr>
        <p:txBody>
          <a:bodyPr/>
          <a:lstStyle>
            <a:lvl1pPr>
              <a:defRPr>
                <a:solidFill>
                  <a:schemeClr val="tx1"/>
                </a:solidFill>
              </a:defRPr>
            </a:lvl1pPr>
          </a:lstStyle>
          <a:p>
            <a:r>
              <a:rPr lang="de-DE"/>
              <a:t>Mastertitelformat bearbeiten</a:t>
            </a:r>
            <a:endParaRPr lang="de-DE" dirty="0"/>
          </a:p>
        </p:txBody>
      </p:sp>
      <p:pic>
        <p:nvPicPr>
          <p:cNvPr id="11" name="Grafik 10">
            <a:extLst>
              <a:ext uri="{FF2B5EF4-FFF2-40B4-BE49-F238E27FC236}">
                <a16:creationId xmlns:a16="http://schemas.microsoft.com/office/drawing/2014/main" id="{BEA3E4F9-B7A3-400D-9751-9375EADDD008}"/>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1003871" y="267192"/>
            <a:ext cx="877618" cy="468000"/>
          </a:xfrm>
          <a:prstGeom prst="rect">
            <a:avLst/>
          </a:prstGeom>
        </p:spPr>
      </p:pic>
      <p:sp>
        <p:nvSpPr>
          <p:cNvPr id="3" name="Datumsplatzhalter 2">
            <a:extLst>
              <a:ext uri="{FF2B5EF4-FFF2-40B4-BE49-F238E27FC236}">
                <a16:creationId xmlns:a16="http://schemas.microsoft.com/office/drawing/2014/main" id="{ACCDD80A-EF7E-460F-9BE5-FDB0089AA936}"/>
              </a:ext>
            </a:extLst>
          </p:cNvPr>
          <p:cNvSpPr>
            <a:spLocks noGrp="1"/>
          </p:cNvSpPr>
          <p:nvPr>
            <p:ph type="dt" sz="half" idx="10"/>
          </p:nvPr>
        </p:nvSpPr>
        <p:spPr/>
        <p:txBody>
          <a:bodyPr/>
          <a:lstStyle/>
          <a:p>
            <a:fld id="{CB735FD0-6D1F-4C20-8240-E620B4515DA4}" type="datetime1">
              <a:rPr lang="de-DE" smtClean="0"/>
              <a:t>09.07.2025</a:t>
            </a:fld>
            <a:endParaRPr lang="de-DE" dirty="0"/>
          </a:p>
        </p:txBody>
      </p:sp>
      <p:sp>
        <p:nvSpPr>
          <p:cNvPr id="4" name="Fußzeilenplatzhalter 3">
            <a:extLst>
              <a:ext uri="{FF2B5EF4-FFF2-40B4-BE49-F238E27FC236}">
                <a16:creationId xmlns:a16="http://schemas.microsoft.com/office/drawing/2014/main" id="{4F0C502C-61DA-4582-9598-08697F23692A}"/>
              </a:ext>
            </a:extLst>
          </p:cNvPr>
          <p:cNvSpPr>
            <a:spLocks noGrp="1"/>
          </p:cNvSpPr>
          <p:nvPr>
            <p:ph type="ftr" sz="quarter" idx="11"/>
          </p:nvPr>
        </p:nvSpPr>
        <p:spPr/>
        <p:txBody>
          <a:bodyPr/>
          <a:lstStyle/>
          <a:p>
            <a:r>
              <a:rPr lang="en-US"/>
              <a:t>© Copyright 2022 • S&amp;N Group AG • All rights reserved.</a:t>
            </a:r>
            <a:endParaRPr lang="de-DE" dirty="0"/>
          </a:p>
        </p:txBody>
      </p:sp>
    </p:spTree>
    <p:extLst>
      <p:ext uri="{BB962C8B-B14F-4D97-AF65-F5344CB8AC3E}">
        <p14:creationId xmlns:p14="http://schemas.microsoft.com/office/powerpoint/2010/main" val="1396495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nde">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A2D05439-73B5-45D6-9D7D-522DD1BB0C0D}"/>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11" name="직사각형 24">
            <a:extLst>
              <a:ext uri="{FF2B5EF4-FFF2-40B4-BE49-F238E27FC236}">
                <a16:creationId xmlns:a16="http://schemas.microsoft.com/office/drawing/2014/main" id="{2CAE310F-FFD5-4E5D-A6A1-67DFB90B3202}"/>
              </a:ext>
            </a:extLst>
          </p:cNvPr>
          <p:cNvSpPr/>
          <p:nvPr userDrawn="1"/>
        </p:nvSpPr>
        <p:spPr>
          <a:xfrm>
            <a:off x="0" y="984294"/>
            <a:ext cx="12199157" cy="5873706"/>
          </a:xfrm>
          <a:prstGeom prst="rect">
            <a:avLst/>
          </a:prstGeom>
          <a:solidFill>
            <a:srgbClr val="54606C">
              <a:alpha val="65000"/>
            </a:srgbClr>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12" name="직사각형 25">
            <a:extLst>
              <a:ext uri="{FF2B5EF4-FFF2-40B4-BE49-F238E27FC236}">
                <a16:creationId xmlns:a16="http://schemas.microsoft.com/office/drawing/2014/main" id="{138B8EF8-F91A-4AF1-919E-74177EF86C72}"/>
              </a:ext>
            </a:extLst>
          </p:cNvPr>
          <p:cNvSpPr/>
          <p:nvPr userDrawn="1"/>
        </p:nvSpPr>
        <p:spPr>
          <a:xfrm flipV="1">
            <a:off x="1466849" y="5080603"/>
            <a:ext cx="76200" cy="1777397"/>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2" name="Titel 1">
            <a:extLst>
              <a:ext uri="{FF2B5EF4-FFF2-40B4-BE49-F238E27FC236}">
                <a16:creationId xmlns:a16="http://schemas.microsoft.com/office/drawing/2014/main" id="{7D8D4950-AC26-4CFA-8715-C72372D2F51F}"/>
              </a:ext>
            </a:extLst>
          </p:cNvPr>
          <p:cNvSpPr>
            <a:spLocks noGrp="1"/>
          </p:cNvSpPr>
          <p:nvPr>
            <p:ph type="title"/>
          </p:nvPr>
        </p:nvSpPr>
        <p:spPr>
          <a:xfrm>
            <a:off x="1504949" y="2507291"/>
            <a:ext cx="9935301" cy="758609"/>
          </a:xfrm>
        </p:spPr>
        <p:txBody>
          <a:bodyPr/>
          <a:lstStyle>
            <a:lvl1pPr>
              <a:defRPr sz="3600">
                <a:solidFill>
                  <a:schemeClr val="bg1"/>
                </a:solidFill>
              </a:defRPr>
            </a:lvl1pPr>
          </a:lstStyle>
          <a:p>
            <a:r>
              <a:rPr lang="de-DE"/>
              <a:t>Mastertitelformat bearbeiten</a:t>
            </a:r>
            <a:endParaRPr lang="de-DE" dirty="0"/>
          </a:p>
        </p:txBody>
      </p:sp>
      <p:pic>
        <p:nvPicPr>
          <p:cNvPr id="17" name="Grafik 16">
            <a:extLst>
              <a:ext uri="{FF2B5EF4-FFF2-40B4-BE49-F238E27FC236}">
                <a16:creationId xmlns:a16="http://schemas.microsoft.com/office/drawing/2014/main" id="{06359955-1DD6-4E97-9733-122377CF2D0D}"/>
              </a:ext>
            </a:extLst>
          </p:cNvPr>
          <p:cNvPicPr>
            <a:picLocks noChangeAspect="1"/>
          </p:cNvPicPr>
          <p:nvPr userDrawn="1"/>
        </p:nvPicPr>
        <p:blipFill>
          <a:blip r:embed="rId3" cstate="hqprint">
            <a:extLst>
              <a:ext uri="{28A0092B-C50C-407E-A947-70E740481C1C}">
                <a14:useLocalDpi xmlns:a14="http://schemas.microsoft.com/office/drawing/2010/main"/>
              </a:ext>
            </a:extLst>
          </a:blip>
          <a:stretch>
            <a:fillRect/>
          </a:stretch>
        </p:blipFill>
        <p:spPr>
          <a:xfrm>
            <a:off x="10987611" y="5601455"/>
            <a:ext cx="877205" cy="468000"/>
          </a:xfrm>
          <a:prstGeom prst="rect">
            <a:avLst/>
          </a:prstGeom>
        </p:spPr>
      </p:pic>
      <p:sp>
        <p:nvSpPr>
          <p:cNvPr id="21" name="Textplatzhalter 20">
            <a:extLst>
              <a:ext uri="{FF2B5EF4-FFF2-40B4-BE49-F238E27FC236}">
                <a16:creationId xmlns:a16="http://schemas.microsoft.com/office/drawing/2014/main" id="{3C651944-6226-4C5E-A8E1-4676890AC2F0}"/>
              </a:ext>
            </a:extLst>
          </p:cNvPr>
          <p:cNvSpPr>
            <a:spLocks noGrp="1"/>
          </p:cNvSpPr>
          <p:nvPr>
            <p:ph type="body" sz="quarter" idx="13" hasCustomPrompt="1"/>
          </p:nvPr>
        </p:nvSpPr>
        <p:spPr>
          <a:xfrm>
            <a:off x="3672850" y="5079815"/>
            <a:ext cx="3909991" cy="1345376"/>
          </a:xfrm>
        </p:spPr>
        <p:txBody>
          <a:bodyPr/>
          <a:lstStyle>
            <a:lvl1pPr marL="0" indent="0">
              <a:buNone/>
              <a:defRPr>
                <a:solidFill>
                  <a:schemeClr val="bg1"/>
                </a:solidFill>
              </a:defRPr>
            </a:lvl1pPr>
          </a:lstStyle>
          <a:p>
            <a:pPr lvl="0"/>
            <a:r>
              <a:rPr lang="de-DE" dirty="0"/>
              <a:t>&lt;Name&gt; </a:t>
            </a:r>
            <a:br>
              <a:rPr lang="de-DE" dirty="0"/>
            </a:br>
            <a:r>
              <a:rPr lang="de-DE" dirty="0"/>
              <a:t>&lt;Email&gt; </a:t>
            </a:r>
            <a:br>
              <a:rPr lang="de-DE" dirty="0"/>
            </a:br>
            <a:r>
              <a:rPr lang="de-DE" dirty="0"/>
              <a:t>&lt;Telefon&gt;</a:t>
            </a:r>
          </a:p>
        </p:txBody>
      </p:sp>
      <p:sp>
        <p:nvSpPr>
          <p:cNvPr id="7" name="Bildplatzhalter 6">
            <a:extLst>
              <a:ext uri="{FF2B5EF4-FFF2-40B4-BE49-F238E27FC236}">
                <a16:creationId xmlns:a16="http://schemas.microsoft.com/office/drawing/2014/main" id="{B525FCB8-91BF-4F43-9717-3F37621DC1D6}"/>
              </a:ext>
            </a:extLst>
          </p:cNvPr>
          <p:cNvSpPr>
            <a:spLocks noGrp="1"/>
          </p:cNvSpPr>
          <p:nvPr>
            <p:ph type="pic" sz="quarter" idx="14" hasCustomPrompt="1"/>
          </p:nvPr>
        </p:nvSpPr>
        <p:spPr>
          <a:xfrm>
            <a:off x="2129801" y="5080602"/>
            <a:ext cx="1153695" cy="1444741"/>
          </a:xfrm>
        </p:spPr>
        <p:txBody>
          <a:bodyPr>
            <a:normAutofit/>
          </a:bodyPr>
          <a:lstStyle>
            <a:lvl1pPr marL="0" indent="0">
              <a:buFontTx/>
              <a:buNone/>
              <a:defRPr sz="1200"/>
            </a:lvl1pPr>
          </a:lstStyle>
          <a:p>
            <a:r>
              <a:rPr lang="de-DE" sz="1200" dirty="0"/>
              <a:t>Passfoto hinzufügen</a:t>
            </a:r>
            <a:endParaRPr lang="de-DE" dirty="0"/>
          </a:p>
        </p:txBody>
      </p:sp>
      <p:sp>
        <p:nvSpPr>
          <p:cNvPr id="15" name="Rechteck 14">
            <a:extLst>
              <a:ext uri="{FF2B5EF4-FFF2-40B4-BE49-F238E27FC236}">
                <a16:creationId xmlns:a16="http://schemas.microsoft.com/office/drawing/2014/main" id="{490055A6-D799-4F13-A77F-3B0B5FED3F25}"/>
              </a:ext>
            </a:extLst>
          </p:cNvPr>
          <p:cNvSpPr/>
          <p:nvPr userDrawn="1"/>
        </p:nvSpPr>
        <p:spPr bwMode="auto">
          <a:xfrm>
            <a:off x="0" y="0"/>
            <a:ext cx="12193200" cy="989440"/>
          </a:xfrm>
          <a:prstGeom prst="rect">
            <a:avLst/>
          </a:prstGeom>
          <a:solidFill>
            <a:schemeClr val="tx2">
              <a:alpha val="65000"/>
            </a:schemeClr>
          </a:solidFill>
          <a:ln>
            <a:noFill/>
          </a:ln>
        </p:spPr>
        <p:txBody>
          <a:bodyPr vert="horz" wrap="square" lIns="91440" tIns="90000" rIns="91440" bIns="90000" numCol="1" rtlCol="0" anchor="ctr" anchorCtr="0" compatLnSpc="1">
            <a:prstTxWarp prst="textNoShape">
              <a:avLst/>
            </a:prstTxWarp>
          </a:bodyPr>
          <a:lstStyle/>
          <a:p>
            <a:pPr algn="ctr" defTabSz="457200"/>
            <a:endParaRPr lang="de-DE" sz="1600" b="1" dirty="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13" name="직사각형 28">
            <a:extLst>
              <a:ext uri="{FF2B5EF4-FFF2-40B4-BE49-F238E27FC236}">
                <a16:creationId xmlns:a16="http://schemas.microsoft.com/office/drawing/2014/main" id="{FD02C1A7-5C0B-4EF1-AEAB-9C42CDB3E5AE}"/>
              </a:ext>
            </a:extLst>
          </p:cNvPr>
          <p:cNvSpPr/>
          <p:nvPr userDrawn="1"/>
        </p:nvSpPr>
        <p:spPr>
          <a:xfrm flipV="1">
            <a:off x="10991418" y="-1"/>
            <a:ext cx="76200" cy="1800000"/>
          </a:xfrm>
          <a:prstGeom prst="rect">
            <a:avLst/>
          </a:prstGeom>
          <a:solidFill>
            <a:srgbClr val="F49927"/>
          </a:solidFill>
          <a:ln w="12700" cap="flat" cmpd="sng" algn="ctr">
            <a:noFill/>
            <a:prstDash val="solid"/>
            <a:miter lim="800000"/>
          </a:ln>
          <a:effectLst/>
        </p:spPr>
        <p:txBody>
          <a:bodyPr rtlCol="0" anchor="ctr"/>
          <a:lstStyle/>
          <a:p>
            <a:pPr marL="0" marR="0" lvl="0" indent="0" algn="ctr" defTabSz="91440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panose="020B0604020202020204"/>
              <a:ea typeface="굴림" panose="020B0600000101010101" pitchFamily="34" charset="-127"/>
              <a:cs typeface="+mn-cs"/>
            </a:endParaRPr>
          </a:p>
        </p:txBody>
      </p:sp>
      <p:sp>
        <p:nvSpPr>
          <p:cNvPr id="4" name="Fußzeilenplatzhalter 3">
            <a:extLst>
              <a:ext uri="{FF2B5EF4-FFF2-40B4-BE49-F238E27FC236}">
                <a16:creationId xmlns:a16="http://schemas.microsoft.com/office/drawing/2014/main" id="{F9D62D63-9427-4400-9E79-BA4AB84BF39E}"/>
              </a:ext>
            </a:extLst>
          </p:cNvPr>
          <p:cNvSpPr>
            <a:spLocks noGrp="1"/>
          </p:cNvSpPr>
          <p:nvPr>
            <p:ph type="ftr" sz="quarter" idx="11"/>
          </p:nvPr>
        </p:nvSpPr>
        <p:spPr/>
        <p:txBody>
          <a:bodyPr/>
          <a:lstStyle>
            <a:lvl1pPr>
              <a:defRPr>
                <a:solidFill>
                  <a:schemeClr val="tx1">
                    <a:lumMod val="40000"/>
                    <a:lumOff val="60000"/>
                  </a:schemeClr>
                </a:solidFill>
              </a:defRPr>
            </a:lvl1pPr>
          </a:lstStyle>
          <a:p>
            <a:r>
              <a:rPr lang="en-US"/>
              <a:t>© Copyright 2022 • S&amp;N Group AG • All rights reserved.</a:t>
            </a:r>
            <a:endParaRPr lang="de-DE" dirty="0"/>
          </a:p>
        </p:txBody>
      </p:sp>
      <p:sp>
        <p:nvSpPr>
          <p:cNvPr id="5" name="Foliennummernplatzhalter 4">
            <a:extLst>
              <a:ext uri="{FF2B5EF4-FFF2-40B4-BE49-F238E27FC236}">
                <a16:creationId xmlns:a16="http://schemas.microsoft.com/office/drawing/2014/main" id="{2252CEBD-9B68-4EF3-BFC7-D117D3774FA8}"/>
              </a:ext>
            </a:extLst>
          </p:cNvPr>
          <p:cNvSpPr>
            <a:spLocks noGrp="1"/>
          </p:cNvSpPr>
          <p:nvPr>
            <p:ph type="sldNum" sz="quarter" idx="12"/>
          </p:nvPr>
        </p:nvSpPr>
        <p:spPr/>
        <p:txBody>
          <a:bodyPr/>
          <a:lstStyle>
            <a:lvl1pPr>
              <a:defRPr>
                <a:solidFill>
                  <a:schemeClr val="tx1">
                    <a:lumMod val="40000"/>
                    <a:lumOff val="60000"/>
                  </a:schemeClr>
                </a:solidFill>
              </a:defRPr>
            </a:lvl1pPr>
          </a:lstStyle>
          <a:p>
            <a:fld id="{FE474E4C-431A-524F-A233-B9B84658CEA9}" type="slidenum">
              <a:rPr lang="de-DE" smtClean="0"/>
              <a:pPr/>
              <a:t>‹Nr.›</a:t>
            </a:fld>
            <a:endParaRPr lang="de-DE" dirty="0"/>
          </a:p>
        </p:txBody>
      </p:sp>
      <p:sp>
        <p:nvSpPr>
          <p:cNvPr id="3" name="Datumsplatzhalter 2">
            <a:extLst>
              <a:ext uri="{FF2B5EF4-FFF2-40B4-BE49-F238E27FC236}">
                <a16:creationId xmlns:a16="http://schemas.microsoft.com/office/drawing/2014/main" id="{8018207A-13E2-4DB4-8B1F-22A46F43B840}"/>
              </a:ext>
            </a:extLst>
          </p:cNvPr>
          <p:cNvSpPr>
            <a:spLocks noGrp="1"/>
          </p:cNvSpPr>
          <p:nvPr>
            <p:ph type="dt" sz="half" idx="10"/>
          </p:nvPr>
        </p:nvSpPr>
        <p:spPr/>
        <p:txBody>
          <a:bodyPr/>
          <a:lstStyle>
            <a:lvl1pPr>
              <a:defRPr>
                <a:solidFill>
                  <a:schemeClr val="tx1">
                    <a:lumMod val="40000"/>
                    <a:lumOff val="60000"/>
                  </a:schemeClr>
                </a:solidFill>
              </a:defRPr>
            </a:lvl1pPr>
          </a:lstStyle>
          <a:p>
            <a:fld id="{B8A3C1FD-6FBC-40B2-88F5-F3E61E8EEBF0}" type="datetime1">
              <a:rPr lang="de-DE" smtClean="0"/>
              <a:t>09.07.2025</a:t>
            </a:fld>
            <a:endParaRPr lang="de-DE" dirty="0"/>
          </a:p>
        </p:txBody>
      </p:sp>
    </p:spTree>
    <p:extLst>
      <p:ext uri="{BB962C8B-B14F-4D97-AF65-F5344CB8AC3E}">
        <p14:creationId xmlns:p14="http://schemas.microsoft.com/office/powerpoint/2010/main" val="11734296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Nur Titel">
    <p:spTree>
      <p:nvGrpSpPr>
        <p:cNvPr id="1" name=""/>
        <p:cNvGrpSpPr/>
        <p:nvPr/>
      </p:nvGrpSpPr>
      <p:grpSpPr>
        <a:xfrm>
          <a:off x="0" y="0"/>
          <a:ext cx="0" cy="0"/>
          <a:chOff x="0" y="0"/>
          <a:chExt cx="0" cy="0"/>
        </a:xfrm>
      </p:grpSpPr>
      <p:sp>
        <p:nvSpPr>
          <p:cNvPr id="4" name="Datumsplatzhalter 3"/>
          <p:cNvSpPr>
            <a:spLocks noGrp="1"/>
          </p:cNvSpPr>
          <p:nvPr>
            <p:ph type="dt" sz="half" idx="10"/>
          </p:nvPr>
        </p:nvSpPr>
        <p:spPr>
          <a:xfrm>
            <a:off x="449842" y="6561601"/>
            <a:ext cx="1316871" cy="92333"/>
          </a:xfrm>
          <a:prstGeom prst="rect">
            <a:avLst/>
          </a:prstGeom>
        </p:spPr>
        <p:txBody>
          <a:bodyPr/>
          <a:lstStyle/>
          <a:p>
            <a:fld id="{20A47483-8978-4DD3-AF31-01D1F5325BE2}" type="datetime1">
              <a:rPr lang="de-DE" smtClean="0"/>
              <a:t>09.07.2025</a:t>
            </a:fld>
            <a:endParaRPr lang="de-DE" dirty="0"/>
          </a:p>
        </p:txBody>
      </p:sp>
      <p:sp>
        <p:nvSpPr>
          <p:cNvPr id="5" name="Fußzeilenplatzhalter 4"/>
          <p:cNvSpPr>
            <a:spLocks noGrp="1"/>
          </p:cNvSpPr>
          <p:nvPr>
            <p:ph type="ftr" sz="quarter" idx="11"/>
          </p:nvPr>
        </p:nvSpPr>
        <p:spPr>
          <a:xfrm>
            <a:off x="1766713" y="6561601"/>
            <a:ext cx="8647289" cy="92333"/>
          </a:xfrm>
          <a:prstGeom prst="rect">
            <a:avLst/>
          </a:prstGeom>
        </p:spPr>
        <p:txBody>
          <a:bodyPr/>
          <a:lstStyle/>
          <a:p>
            <a:r>
              <a:rPr lang="en-US"/>
              <a:t>© Copyright 2022 • S&amp;N Group AG • All rights reserved.</a:t>
            </a:r>
            <a:endParaRPr lang="de-DE" dirty="0"/>
          </a:p>
        </p:txBody>
      </p:sp>
      <p:sp>
        <p:nvSpPr>
          <p:cNvPr id="6" name="Foliennummernplatzhalter 5"/>
          <p:cNvSpPr>
            <a:spLocks noGrp="1"/>
          </p:cNvSpPr>
          <p:nvPr>
            <p:ph type="sldNum" sz="quarter" idx="12"/>
          </p:nvPr>
        </p:nvSpPr>
        <p:spPr>
          <a:xfrm>
            <a:off x="10414000" y="6561601"/>
            <a:ext cx="1328160" cy="92333"/>
          </a:xfrm>
          <a:prstGeom prst="rect">
            <a:avLst/>
          </a:prstGeom>
        </p:spPr>
        <p:txBody>
          <a:bodyPr/>
          <a:lstStyle/>
          <a:p>
            <a:fld id="{FE474E4C-431A-524F-A233-B9B84658CEA9}" type="slidenum">
              <a:rPr lang="de-DE" smtClean="0"/>
              <a:pPr/>
              <a:t>‹Nr.›</a:t>
            </a:fld>
            <a:endParaRPr lang="de-DE" dirty="0"/>
          </a:p>
        </p:txBody>
      </p:sp>
      <p:sp>
        <p:nvSpPr>
          <p:cNvPr id="19" name="Titel 1">
            <a:extLst>
              <a:ext uri="{FF2B5EF4-FFF2-40B4-BE49-F238E27FC236}">
                <a16:creationId xmlns:a16="http://schemas.microsoft.com/office/drawing/2014/main" id="{52FF4532-EA88-4C26-B4F8-B93A56F68E7D}"/>
              </a:ext>
            </a:extLst>
          </p:cNvPr>
          <p:cNvSpPr>
            <a:spLocks noGrp="1"/>
          </p:cNvSpPr>
          <p:nvPr>
            <p:ph type="title"/>
          </p:nvPr>
        </p:nvSpPr>
        <p:spPr>
          <a:xfrm>
            <a:off x="922399" y="721372"/>
            <a:ext cx="10431401" cy="758609"/>
          </a:xfrm>
        </p:spPr>
        <p:txBody>
          <a:bodyPr/>
          <a:lstStyle/>
          <a:p>
            <a:r>
              <a:rPr lang="de-DE"/>
              <a:t>Mastertitelformat bearbeiten</a:t>
            </a:r>
            <a:endParaRPr lang="de-DE" dirty="0"/>
          </a:p>
        </p:txBody>
      </p:sp>
      <p:sp>
        <p:nvSpPr>
          <p:cNvPr id="21" name="Textplatzhalter 8">
            <a:extLst>
              <a:ext uri="{FF2B5EF4-FFF2-40B4-BE49-F238E27FC236}">
                <a16:creationId xmlns:a16="http://schemas.microsoft.com/office/drawing/2014/main" id="{88E51448-F43E-4FCD-B1B4-6841CE99092D}"/>
              </a:ext>
            </a:extLst>
          </p:cNvPr>
          <p:cNvSpPr>
            <a:spLocks noGrp="1"/>
          </p:cNvSpPr>
          <p:nvPr>
            <p:ph type="body" sz="quarter" idx="14" hasCustomPrompt="1"/>
          </p:nvPr>
        </p:nvSpPr>
        <p:spPr>
          <a:xfrm>
            <a:off x="2636838" y="113039"/>
            <a:ext cx="9105322" cy="242814"/>
          </a:xfrm>
          <a:prstGeom prst="rect">
            <a:avLst/>
          </a:prstGeom>
        </p:spPr>
        <p:txBody>
          <a:bodyPr/>
          <a:lstStyle>
            <a:lvl1pPr marL="0" indent="0" algn="r">
              <a:buFontTx/>
              <a:buNone/>
              <a:defRPr sz="1200">
                <a:solidFill>
                  <a:schemeClr val="bg1"/>
                </a:solidFill>
              </a:defRPr>
            </a:lvl1pPr>
            <a:lvl2pPr marL="457200" indent="0">
              <a:buFontTx/>
              <a:buNone/>
              <a:defRPr sz="1200"/>
            </a:lvl2pPr>
            <a:lvl3pPr marL="914400" indent="0">
              <a:buFontTx/>
              <a:buNone/>
              <a:defRPr sz="1200"/>
            </a:lvl3pPr>
            <a:lvl4pPr marL="1371600" indent="0">
              <a:buFontTx/>
              <a:buNone/>
              <a:defRPr sz="1200"/>
            </a:lvl4pPr>
            <a:lvl5pPr marL="1828800" indent="0">
              <a:buFontTx/>
              <a:buNone/>
              <a:defRPr sz="1200"/>
            </a:lvl5pPr>
          </a:lstStyle>
          <a:p>
            <a:pPr lvl="0"/>
            <a:r>
              <a:rPr lang="de-DE" dirty="0" err="1"/>
              <a:t>Agendapunkt</a:t>
            </a:r>
            <a:r>
              <a:rPr lang="de-DE" dirty="0"/>
              <a:t> schreiben</a:t>
            </a:r>
          </a:p>
          <a:p>
            <a:pPr lvl="1"/>
            <a:endParaRPr lang="de-DE" dirty="0"/>
          </a:p>
        </p:txBody>
      </p:sp>
    </p:spTree>
    <p:extLst>
      <p:ext uri="{BB962C8B-B14F-4D97-AF65-F5344CB8AC3E}">
        <p14:creationId xmlns:p14="http://schemas.microsoft.com/office/powerpoint/2010/main" val="3158016821"/>
      </p:ext>
    </p:extLst>
  </p:cSld>
  <p:clrMapOvr>
    <a:masterClrMapping/>
  </p:clrMapOvr>
  <p:extLst>
    <p:ext uri="{DCECCB84-F9BA-43D5-87BE-67443E8EF086}">
      <p15:sldGuideLst xmlns:p15="http://schemas.microsoft.com/office/powerpoint/2012/main">
        <p15:guide id="1" pos="7105">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w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elplatzhalter 2">
            <a:extLst>
              <a:ext uri="{FF2B5EF4-FFF2-40B4-BE49-F238E27FC236}">
                <a16:creationId xmlns:a16="http://schemas.microsoft.com/office/drawing/2014/main" id="{93235566-3324-4915-B2D9-504589C49D57}"/>
              </a:ext>
            </a:extLst>
          </p:cNvPr>
          <p:cNvSpPr>
            <a:spLocks noGrp="1"/>
          </p:cNvSpPr>
          <p:nvPr>
            <p:ph type="title"/>
          </p:nvPr>
        </p:nvSpPr>
        <p:spPr>
          <a:xfrm>
            <a:off x="551384" y="550800"/>
            <a:ext cx="9862616" cy="758609"/>
          </a:xfrm>
          <a:prstGeom prst="rect">
            <a:avLst/>
          </a:prstGeom>
        </p:spPr>
        <p:txBody>
          <a:bodyPr vert="horz" lIns="91440" tIns="45720" rIns="91440" bIns="45720" rtlCol="0" anchor="ctr">
            <a:noAutofit/>
          </a:bodyPr>
          <a:lstStyle/>
          <a:p>
            <a:r>
              <a:rPr lang="de-DE" dirty="0"/>
              <a:t>Mastertitelformat bearbeiten</a:t>
            </a:r>
          </a:p>
        </p:txBody>
      </p:sp>
      <p:sp>
        <p:nvSpPr>
          <p:cNvPr id="2" name="Textplatzhalter 1">
            <a:extLst>
              <a:ext uri="{FF2B5EF4-FFF2-40B4-BE49-F238E27FC236}">
                <a16:creationId xmlns:a16="http://schemas.microsoft.com/office/drawing/2014/main" id="{243D64A8-4C93-4AEC-8AFD-EC89C17989F2}"/>
              </a:ext>
            </a:extLst>
          </p:cNvPr>
          <p:cNvSpPr>
            <a:spLocks noGrp="1"/>
          </p:cNvSpPr>
          <p:nvPr>
            <p:ph type="body" idx="1"/>
          </p:nvPr>
        </p:nvSpPr>
        <p:spPr>
          <a:xfrm>
            <a:off x="551384" y="1571347"/>
            <a:ext cx="11190776" cy="4605615"/>
          </a:xfrm>
          <a:prstGeom prst="rect">
            <a:avLst/>
          </a:prstGeom>
        </p:spPr>
        <p:txBody>
          <a:bodyPr vert="horz" lIns="91440" tIns="45720" rIns="91440" bIns="45720" rtlCol="0">
            <a:norm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Datumsplatzhalter 3">
            <a:extLst>
              <a:ext uri="{FF2B5EF4-FFF2-40B4-BE49-F238E27FC236}">
                <a16:creationId xmlns:a16="http://schemas.microsoft.com/office/drawing/2014/main" id="{0CF94B0D-CF8E-4068-B089-CF5711539070}"/>
              </a:ext>
            </a:extLst>
          </p:cNvPr>
          <p:cNvSpPr>
            <a:spLocks noGrp="1"/>
          </p:cNvSpPr>
          <p:nvPr>
            <p:ph type="dt" sz="half" idx="2"/>
          </p:nvPr>
        </p:nvSpPr>
        <p:spPr>
          <a:xfrm>
            <a:off x="449842" y="6561601"/>
            <a:ext cx="1316871" cy="92333"/>
          </a:xfrm>
          <a:prstGeom prst="rect">
            <a:avLst/>
          </a:prstGeom>
        </p:spPr>
        <p:txBody>
          <a:bodyPr vert="horz" wrap="square" lIns="0" tIns="0" rIns="0" bIns="0" rtlCol="0" anchor="ctr">
            <a:spAutoFit/>
          </a:bodyPr>
          <a:lstStyle>
            <a:lvl1pPr algn="l">
              <a:defRPr sz="600" b="0">
                <a:solidFill>
                  <a:schemeClr val="tx1">
                    <a:lumMod val="40000"/>
                    <a:lumOff val="6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0B3ED860-F659-4DA4-A4D1-650787465D35}" type="datetime1">
              <a:rPr lang="de-DE" smtClean="0"/>
              <a:t>09.07.2025</a:t>
            </a:fld>
            <a:endParaRPr lang="de-DE" dirty="0"/>
          </a:p>
        </p:txBody>
      </p:sp>
      <p:sp>
        <p:nvSpPr>
          <p:cNvPr id="12" name="Fußzeilenplatzhalter 4">
            <a:extLst>
              <a:ext uri="{FF2B5EF4-FFF2-40B4-BE49-F238E27FC236}">
                <a16:creationId xmlns:a16="http://schemas.microsoft.com/office/drawing/2014/main" id="{D9631B08-C649-4EEF-9228-CF2A1E42EDE5}"/>
              </a:ext>
            </a:extLst>
          </p:cNvPr>
          <p:cNvSpPr>
            <a:spLocks noGrp="1"/>
          </p:cNvSpPr>
          <p:nvPr>
            <p:ph type="ftr" sz="quarter" idx="3"/>
          </p:nvPr>
        </p:nvSpPr>
        <p:spPr>
          <a:xfrm>
            <a:off x="1766713" y="6561601"/>
            <a:ext cx="8647289" cy="92333"/>
          </a:xfrm>
          <a:prstGeom prst="rect">
            <a:avLst/>
          </a:prstGeom>
        </p:spPr>
        <p:txBody>
          <a:bodyPr vert="horz" wrap="square" lIns="0" tIns="0" rIns="0" bIns="0" rtlCol="0" anchor="ctr">
            <a:spAutoFit/>
          </a:bodyPr>
          <a:lstStyle>
            <a:lvl1pPr algn="ctr">
              <a:defRPr sz="600" b="0">
                <a:solidFill>
                  <a:schemeClr val="tx1">
                    <a:lumMod val="40000"/>
                    <a:lumOff val="6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r>
              <a:rPr lang="en-US"/>
              <a:t>© Copyright 2022 • S&amp;N Group AG • All rights reserved.</a:t>
            </a:r>
            <a:endParaRPr lang="de-DE" dirty="0"/>
          </a:p>
        </p:txBody>
      </p:sp>
      <p:sp>
        <p:nvSpPr>
          <p:cNvPr id="13" name="Foliennummernplatzhalter 5">
            <a:extLst>
              <a:ext uri="{FF2B5EF4-FFF2-40B4-BE49-F238E27FC236}">
                <a16:creationId xmlns:a16="http://schemas.microsoft.com/office/drawing/2014/main" id="{4D705AA0-C045-45F4-AE2C-E5E9F5431FCE}"/>
              </a:ext>
            </a:extLst>
          </p:cNvPr>
          <p:cNvSpPr>
            <a:spLocks noGrp="1"/>
          </p:cNvSpPr>
          <p:nvPr>
            <p:ph type="sldNum" sz="quarter" idx="4"/>
          </p:nvPr>
        </p:nvSpPr>
        <p:spPr>
          <a:xfrm>
            <a:off x="10414000" y="6561601"/>
            <a:ext cx="1328160" cy="92333"/>
          </a:xfrm>
          <a:prstGeom prst="rect">
            <a:avLst/>
          </a:prstGeom>
        </p:spPr>
        <p:txBody>
          <a:bodyPr vert="horz" wrap="square" lIns="0" tIns="0" rIns="0" bIns="0" rtlCol="0" anchor="ctr">
            <a:spAutoFit/>
          </a:bodyPr>
          <a:lstStyle>
            <a:lvl1pPr algn="r">
              <a:defRPr sz="600" b="0">
                <a:solidFill>
                  <a:schemeClr val="tx1">
                    <a:lumMod val="40000"/>
                    <a:lumOff val="6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fld id="{FE474E4C-431A-524F-A233-B9B84658CEA9}" type="slidenum">
              <a:rPr lang="de-DE" smtClean="0"/>
              <a:pPr/>
              <a:t>‹Nr.›</a:t>
            </a:fld>
            <a:endParaRPr lang="de-DE" dirty="0"/>
          </a:p>
        </p:txBody>
      </p:sp>
      <p:pic>
        <p:nvPicPr>
          <p:cNvPr id="5" name="Grafik 4">
            <a:extLst>
              <a:ext uri="{FF2B5EF4-FFF2-40B4-BE49-F238E27FC236}">
                <a16:creationId xmlns:a16="http://schemas.microsoft.com/office/drawing/2014/main" id="{4C7A0D8B-171E-4690-B80B-EB9FB63F3B20}"/>
              </a:ext>
            </a:extLst>
          </p:cNvPr>
          <p:cNvPicPr>
            <a:picLocks noChangeAspect="1"/>
          </p:cNvPicPr>
          <p:nvPr userDrawn="1"/>
        </p:nvPicPr>
        <p:blipFill>
          <a:blip r:embed="rId24" cstate="hqprint">
            <a:extLst>
              <a:ext uri="{28A0092B-C50C-407E-A947-70E740481C1C}">
                <a14:useLocalDpi xmlns:a14="http://schemas.microsoft.com/office/drawing/2010/main"/>
              </a:ext>
            </a:extLst>
          </a:blip>
          <a:stretch>
            <a:fillRect/>
          </a:stretch>
        </p:blipFill>
        <p:spPr>
          <a:xfrm>
            <a:off x="11005200" y="266400"/>
            <a:ext cx="864866" cy="468000"/>
          </a:xfrm>
          <a:prstGeom prst="rect">
            <a:avLst/>
          </a:prstGeom>
        </p:spPr>
      </p:pic>
    </p:spTree>
    <p:extLst>
      <p:ext uri="{BB962C8B-B14F-4D97-AF65-F5344CB8AC3E}">
        <p14:creationId xmlns:p14="http://schemas.microsoft.com/office/powerpoint/2010/main" val="4200996344"/>
      </p:ext>
    </p:extLst>
  </p:cSld>
  <p:clrMap bg1="lt1" tx1="dk1" bg2="lt2" tx2="dk2" accent1="accent1" accent2="accent2" accent3="accent3" accent4="accent4" accent5="accent5" accent6="accent6" hlink="hlink" folHlink="folHlink"/>
  <p:sldLayoutIdLst>
    <p:sldLayoutId id="2147483676" r:id="rId1"/>
    <p:sldLayoutId id="2147483679" r:id="rId2"/>
    <p:sldLayoutId id="2147483734" r:id="rId3"/>
    <p:sldLayoutId id="2147483735" r:id="rId4"/>
    <p:sldLayoutId id="2147483683" r:id="rId5"/>
    <p:sldLayoutId id="2147483681" r:id="rId6"/>
    <p:sldLayoutId id="2147483687" r:id="rId7"/>
    <p:sldLayoutId id="2147483684" r:id="rId8"/>
    <p:sldLayoutId id="2147483740" r:id="rId9"/>
    <p:sldLayoutId id="2147483685" r:id="rId10"/>
    <p:sldLayoutId id="2147483692" r:id="rId11"/>
    <p:sldLayoutId id="2147483686" r:id="rId12"/>
    <p:sldLayoutId id="2147483724" r:id="rId13"/>
    <p:sldLayoutId id="2147483723" r:id="rId14"/>
    <p:sldLayoutId id="2147483689" r:id="rId15"/>
    <p:sldLayoutId id="2147483696" r:id="rId16"/>
    <p:sldLayoutId id="2147483688" r:id="rId17"/>
    <p:sldLayoutId id="2147483695" r:id="rId18"/>
    <p:sldLayoutId id="2147483726" r:id="rId19"/>
    <p:sldLayoutId id="2147483725" r:id="rId20"/>
    <p:sldLayoutId id="2147483690" r:id="rId21"/>
    <p:sldLayoutId id="2147483742" r:id="rId22"/>
  </p:sldLayoutIdLst>
  <p:hf hdr="0"/>
  <p:txStyles>
    <p:titleStyle>
      <a:lvl1pPr algn="l" defTabSz="457200" rtl="0" eaLnBrk="1" latinLnBrk="0" hangingPunct="1">
        <a:spcBef>
          <a:spcPct val="0"/>
        </a:spcBef>
        <a:buNone/>
        <a:defRPr sz="2800" b="1"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p:titleStyle>
    <p:bodyStyle>
      <a:lvl1pPr marL="342900" indent="-342900" algn="l" defTabSz="457200" rtl="0" eaLnBrk="1" latinLnBrk="0" hangingPunct="1">
        <a:spcBef>
          <a:spcPts val="600"/>
        </a:spcBef>
        <a:buClr>
          <a:schemeClr val="accent1"/>
        </a:buClr>
        <a:buFont typeface="Wingdings" panose="05000000000000000000" pitchFamily="2" charset="2"/>
        <a:buChar char="§"/>
        <a:defRPr sz="2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742950" indent="-285750" algn="l" defTabSz="457200" rtl="0" eaLnBrk="1" latinLnBrk="0" hangingPunct="1">
        <a:spcBef>
          <a:spcPts val="600"/>
        </a:spcBef>
        <a:buClr>
          <a:schemeClr val="accent1"/>
        </a:buClr>
        <a:buFont typeface="Wingdings" panose="05000000000000000000" pitchFamily="2" charset="2"/>
        <a:buChar char="§"/>
        <a:defRPr sz="20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457200" rtl="0" eaLnBrk="1" latinLnBrk="0" hangingPunct="1">
        <a:spcBef>
          <a:spcPts val="600"/>
        </a:spcBef>
        <a:buClr>
          <a:schemeClr val="accent1"/>
        </a:buClr>
        <a:buFont typeface="Wingdings" panose="05000000000000000000" pitchFamily="2" charset="2"/>
        <a:buChar char="§"/>
        <a:defRPr sz="16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457200" rtl="0" eaLnBrk="1" latinLnBrk="0" hangingPunct="1">
        <a:spcBef>
          <a:spcPts val="600"/>
        </a:spcBef>
        <a:buClr>
          <a:schemeClr val="accent1"/>
        </a:buClr>
        <a:buFont typeface="Symbol" panose="05050102010706020507" pitchFamily="18" charset="2"/>
        <a:buChar char="-"/>
        <a:defRPr sz="16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457200" rtl="0" eaLnBrk="1" latinLnBrk="0" hangingPunct="1">
        <a:spcBef>
          <a:spcPts val="600"/>
        </a:spcBef>
        <a:buClr>
          <a:schemeClr val="accent1"/>
        </a:buClr>
        <a:buFont typeface="Symbol" panose="05050102010706020507" pitchFamily="18" charset="2"/>
        <a:buChar char="-"/>
        <a:defRPr sz="12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26CA9A82-D400-4338-B043-FCF5E4A9FC42}"/>
              </a:ext>
            </a:extLst>
          </p:cNvPr>
          <p:cNvSpPr>
            <a:spLocks noGrp="1"/>
          </p:cNvSpPr>
          <p:nvPr>
            <p:ph type="body" sz="quarter" idx="10"/>
          </p:nvPr>
        </p:nvSpPr>
        <p:spPr>
          <a:xfrm>
            <a:off x="6168008" y="4502106"/>
            <a:ext cx="4831076" cy="455069"/>
          </a:xfrm>
        </p:spPr>
        <p:txBody>
          <a:bodyPr/>
          <a:lstStyle/>
          <a:p>
            <a:r>
              <a:rPr lang="de-DE" dirty="0"/>
              <a:t>Jan Leßner, S&amp;N </a:t>
            </a:r>
            <a:r>
              <a:rPr lang="de-DE" dirty="0" err="1"/>
              <a:t>Invent</a:t>
            </a:r>
            <a:r>
              <a:rPr lang="de-DE" dirty="0"/>
              <a:t> GmbH</a:t>
            </a:r>
          </a:p>
        </p:txBody>
      </p:sp>
      <p:pic>
        <p:nvPicPr>
          <p:cNvPr id="1026" name="Picture 2" descr="Keine Fotobeschreibung verfügbar.">
            <a:extLst>
              <a:ext uri="{FF2B5EF4-FFF2-40B4-BE49-F238E27FC236}">
                <a16:creationId xmlns:a16="http://schemas.microsoft.com/office/drawing/2014/main" id="{4AFBDCFD-E0C5-4866-9AA7-C00FAAA329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5680" y="620688"/>
            <a:ext cx="5040560" cy="3780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23040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B407C604-C387-4B04-8296-6B67466868FE}"/>
              </a:ext>
            </a:extLst>
          </p:cNvPr>
          <p:cNvSpPr>
            <a:spLocks noGrp="1"/>
          </p:cNvSpPr>
          <p:nvPr>
            <p:ph type="ftr" sz="quarter" idx="11"/>
          </p:nvPr>
        </p:nvSpPr>
        <p:spPr/>
        <p:txBody>
          <a:bodyPr/>
          <a:lstStyle/>
          <a:p>
            <a:r>
              <a:rPr lang="en-US" dirty="0"/>
              <a:t>© Copyright 2024 • S&amp;N Invent GmbH • All rights reserved.</a:t>
            </a:r>
            <a:endParaRPr lang="de-DE" dirty="0"/>
          </a:p>
        </p:txBody>
      </p:sp>
      <p:sp>
        <p:nvSpPr>
          <p:cNvPr id="3" name="Foliennummernplatzhalter 2">
            <a:extLst>
              <a:ext uri="{FF2B5EF4-FFF2-40B4-BE49-F238E27FC236}">
                <a16:creationId xmlns:a16="http://schemas.microsoft.com/office/drawing/2014/main" id="{35392DE4-687B-45FF-9151-9264640526B8}"/>
              </a:ext>
            </a:extLst>
          </p:cNvPr>
          <p:cNvSpPr>
            <a:spLocks noGrp="1"/>
          </p:cNvSpPr>
          <p:nvPr>
            <p:ph type="sldNum" sz="quarter" idx="12"/>
          </p:nvPr>
        </p:nvSpPr>
        <p:spPr/>
        <p:txBody>
          <a:bodyPr/>
          <a:lstStyle/>
          <a:p>
            <a:fld id="{FE474E4C-431A-524F-A233-B9B84658CEA9}" type="slidenum">
              <a:rPr lang="de-DE" smtClean="0"/>
              <a:pPr/>
              <a:t>2</a:t>
            </a:fld>
            <a:endParaRPr lang="de-DE" dirty="0"/>
          </a:p>
        </p:txBody>
      </p:sp>
      <p:sp>
        <p:nvSpPr>
          <p:cNvPr id="4" name="Textplatzhalter 3">
            <a:extLst>
              <a:ext uri="{FF2B5EF4-FFF2-40B4-BE49-F238E27FC236}">
                <a16:creationId xmlns:a16="http://schemas.microsoft.com/office/drawing/2014/main" id="{5C8C2C88-5607-4F62-B5A1-3A21D3B24337}"/>
              </a:ext>
            </a:extLst>
          </p:cNvPr>
          <p:cNvSpPr>
            <a:spLocks noGrp="1"/>
          </p:cNvSpPr>
          <p:nvPr>
            <p:ph type="body" sz="quarter" idx="13"/>
          </p:nvPr>
        </p:nvSpPr>
        <p:spPr>
          <a:xfrm>
            <a:off x="3719736" y="1511329"/>
            <a:ext cx="8352928" cy="3847207"/>
          </a:xfrm>
        </p:spPr>
        <p:txBody>
          <a:bodyPr/>
          <a:lstStyle/>
          <a:p>
            <a:r>
              <a:rPr lang="de-DE" dirty="0" err="1"/>
              <a:t>Why</a:t>
            </a:r>
            <a:endParaRPr lang="de-DE" dirty="0"/>
          </a:p>
          <a:p>
            <a:r>
              <a:rPr lang="de-DE" dirty="0"/>
              <a:t>Design </a:t>
            </a:r>
            <a:r>
              <a:rPr lang="de-DE" dirty="0" err="1"/>
              <a:t>Principle</a:t>
            </a:r>
            <a:r>
              <a:rPr lang="de-DE" dirty="0"/>
              <a:t> „Integration Operation Segregation“</a:t>
            </a:r>
          </a:p>
          <a:p>
            <a:r>
              <a:rPr lang="de-DE" dirty="0"/>
              <a:t>Design </a:t>
            </a:r>
            <a:r>
              <a:rPr lang="de-DE" dirty="0" err="1"/>
              <a:t>Principle</a:t>
            </a:r>
            <a:r>
              <a:rPr lang="de-DE" dirty="0"/>
              <a:t> „Single </a:t>
            </a:r>
            <a:r>
              <a:rPr lang="de-DE" dirty="0" err="1"/>
              <a:t>Responsibility</a:t>
            </a:r>
            <a:r>
              <a:rPr lang="de-DE" dirty="0"/>
              <a:t>“</a:t>
            </a:r>
          </a:p>
          <a:p>
            <a:r>
              <a:rPr lang="de-DE" dirty="0" err="1"/>
              <a:t>Example</a:t>
            </a:r>
            <a:r>
              <a:rPr lang="de-DE" dirty="0"/>
              <a:t> Kata „</a:t>
            </a:r>
            <a:r>
              <a:rPr lang="de-DE" dirty="0" err="1"/>
              <a:t>Social</a:t>
            </a:r>
            <a:r>
              <a:rPr lang="de-DE" dirty="0"/>
              <a:t> Time“</a:t>
            </a:r>
          </a:p>
          <a:p>
            <a:r>
              <a:rPr lang="de-DE" dirty="0" err="1"/>
              <a:t>Playing</a:t>
            </a:r>
            <a:r>
              <a:rPr lang="de-DE" dirty="0"/>
              <a:t> </a:t>
            </a:r>
            <a:r>
              <a:rPr lang="de-DE" dirty="0" err="1"/>
              <a:t>around</a:t>
            </a:r>
            <a:endParaRPr lang="de-DE" dirty="0"/>
          </a:p>
        </p:txBody>
      </p:sp>
      <p:sp>
        <p:nvSpPr>
          <p:cNvPr id="5" name="Titel 4">
            <a:extLst>
              <a:ext uri="{FF2B5EF4-FFF2-40B4-BE49-F238E27FC236}">
                <a16:creationId xmlns:a16="http://schemas.microsoft.com/office/drawing/2014/main" id="{2018DF82-0DD9-4543-96FC-794C7D71FB76}"/>
              </a:ext>
            </a:extLst>
          </p:cNvPr>
          <p:cNvSpPr>
            <a:spLocks noGrp="1"/>
          </p:cNvSpPr>
          <p:nvPr>
            <p:ph type="title"/>
          </p:nvPr>
        </p:nvSpPr>
        <p:spPr>
          <a:xfrm>
            <a:off x="478698" y="3055626"/>
            <a:ext cx="2592965" cy="758609"/>
          </a:xfrm>
        </p:spPr>
        <p:txBody>
          <a:bodyPr/>
          <a:lstStyle/>
          <a:p>
            <a:r>
              <a:rPr lang="de-DE" dirty="0"/>
              <a:t>Learning Hour Agenda</a:t>
            </a:r>
          </a:p>
        </p:txBody>
      </p:sp>
      <p:sp>
        <p:nvSpPr>
          <p:cNvPr id="6" name="Datumsplatzhalter 5">
            <a:extLst>
              <a:ext uri="{FF2B5EF4-FFF2-40B4-BE49-F238E27FC236}">
                <a16:creationId xmlns:a16="http://schemas.microsoft.com/office/drawing/2014/main" id="{CA1CD5BB-46CD-4CBA-B975-29F9144B4318}"/>
              </a:ext>
            </a:extLst>
          </p:cNvPr>
          <p:cNvSpPr>
            <a:spLocks noGrp="1"/>
          </p:cNvSpPr>
          <p:nvPr>
            <p:ph type="dt" sz="half" idx="10"/>
          </p:nvPr>
        </p:nvSpPr>
        <p:spPr/>
        <p:txBody>
          <a:bodyPr/>
          <a:lstStyle/>
          <a:p>
            <a:fld id="{AF1CC51D-1C22-4CF3-8FD3-18250F190113}" type="datetime1">
              <a:rPr lang="de-DE" smtClean="0"/>
              <a:t>09.07.2025</a:t>
            </a:fld>
            <a:endParaRPr lang="de-DE" dirty="0"/>
          </a:p>
        </p:txBody>
      </p:sp>
    </p:spTree>
    <p:extLst>
      <p:ext uri="{BB962C8B-B14F-4D97-AF65-F5344CB8AC3E}">
        <p14:creationId xmlns:p14="http://schemas.microsoft.com/office/powerpoint/2010/main" val="4189945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3866EE2-0429-45D4-8487-CAFDEC0DDDB4}"/>
              </a:ext>
            </a:extLst>
          </p:cNvPr>
          <p:cNvSpPr>
            <a:spLocks noGrp="1"/>
          </p:cNvSpPr>
          <p:nvPr>
            <p:ph type="title"/>
          </p:nvPr>
        </p:nvSpPr>
        <p:spPr>
          <a:xfrm>
            <a:off x="550800" y="295200"/>
            <a:ext cx="9935301" cy="973560"/>
          </a:xfrm>
        </p:spPr>
        <p:txBody>
          <a:bodyPr/>
          <a:lstStyle/>
          <a:p>
            <a:r>
              <a:rPr lang="de-DE" dirty="0" err="1"/>
              <a:t>Why</a:t>
            </a:r>
            <a:r>
              <a:rPr lang="de-DE" dirty="0"/>
              <a:t>?</a:t>
            </a:r>
            <a:endParaRPr lang="de-DE" sz="1400" dirty="0"/>
          </a:p>
        </p:txBody>
      </p:sp>
      <p:sp>
        <p:nvSpPr>
          <p:cNvPr id="4" name="Inhaltsplatzhalter 2">
            <a:extLst>
              <a:ext uri="{FF2B5EF4-FFF2-40B4-BE49-F238E27FC236}">
                <a16:creationId xmlns:a16="http://schemas.microsoft.com/office/drawing/2014/main" id="{D1A0B2C9-254D-4548-B8C5-D82B88F90932}"/>
              </a:ext>
            </a:extLst>
          </p:cNvPr>
          <p:cNvSpPr txBox="1">
            <a:spLocks/>
          </p:cNvSpPr>
          <p:nvPr/>
        </p:nvSpPr>
        <p:spPr>
          <a:xfrm>
            <a:off x="550800" y="1772816"/>
            <a:ext cx="9215443" cy="4318493"/>
          </a:xfrm>
          <a:prstGeom prst="rect">
            <a:avLst/>
          </a:prstGeom>
        </p:spPr>
        <p:txBody>
          <a:bodyPr vert="horz" lIns="91404" tIns="45702" rIns="91404" bIns="45702" rtlCol="0">
            <a:normAutofit/>
          </a:bodyPr>
          <a:lstStyle>
            <a:lvl1pPr marL="342900" indent="-342900" algn="l" defTabSz="457200" rtl="0" eaLnBrk="1" latinLnBrk="0" hangingPunct="1">
              <a:spcBef>
                <a:spcPts val="600"/>
              </a:spcBef>
              <a:buClr>
                <a:schemeClr val="accent1"/>
              </a:buClr>
              <a:buFont typeface="Wingdings" panose="05000000000000000000" pitchFamily="2" charset="2"/>
              <a:buChar char="§"/>
              <a:defRPr sz="2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742950" indent="-285750" algn="l" defTabSz="457200" rtl="0" eaLnBrk="1" latinLnBrk="0" hangingPunct="1">
              <a:spcBef>
                <a:spcPts val="600"/>
              </a:spcBef>
              <a:buClr>
                <a:schemeClr val="accent1"/>
              </a:buClr>
              <a:buFont typeface="Wingdings" panose="05000000000000000000" pitchFamily="2" charset="2"/>
              <a:buChar char="§"/>
              <a:defRPr sz="20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457200" rtl="0" eaLnBrk="1" latinLnBrk="0" hangingPunct="1">
              <a:spcBef>
                <a:spcPts val="600"/>
              </a:spcBef>
              <a:buClr>
                <a:schemeClr val="accent1"/>
              </a:buClr>
              <a:buFont typeface="Wingdings" panose="05000000000000000000" pitchFamily="2" charset="2"/>
              <a:buChar char="§"/>
              <a:defRPr sz="16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457200" rtl="0" eaLnBrk="1" latinLnBrk="0" hangingPunct="1">
              <a:spcBef>
                <a:spcPts val="600"/>
              </a:spcBef>
              <a:buClr>
                <a:schemeClr val="accent1"/>
              </a:buClr>
              <a:buFont typeface="Symbol" panose="05050102010706020507" pitchFamily="18" charset="2"/>
              <a:buChar char="-"/>
              <a:defRPr sz="16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457200" rtl="0" eaLnBrk="1" latinLnBrk="0" hangingPunct="1">
              <a:spcBef>
                <a:spcPts val="600"/>
              </a:spcBef>
              <a:buClr>
                <a:schemeClr val="accent1"/>
              </a:buClr>
              <a:buFont typeface="Symbol" panose="05050102010706020507" pitchFamily="18" charset="2"/>
              <a:buChar char="-"/>
              <a:defRPr sz="12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de-DE" sz="2399" dirty="0" err="1">
                <a:solidFill>
                  <a:schemeClr val="tx1">
                    <a:lumMod val="50000"/>
                  </a:schemeClr>
                </a:solidFill>
              </a:rPr>
              <a:t>Problematic</a:t>
            </a:r>
            <a:r>
              <a:rPr lang="de-DE" sz="2399" dirty="0">
                <a:solidFill>
                  <a:schemeClr val="tx1">
                    <a:lumMod val="50000"/>
                  </a:schemeClr>
                </a:solidFill>
              </a:rPr>
              <a:t> Code </a:t>
            </a:r>
            <a:r>
              <a:rPr lang="de-DE" sz="2399" dirty="0" err="1">
                <a:solidFill>
                  <a:schemeClr val="tx1">
                    <a:lumMod val="50000"/>
                  </a:schemeClr>
                </a:solidFill>
              </a:rPr>
              <a:t>from</a:t>
            </a:r>
            <a:r>
              <a:rPr lang="de-DE" sz="2399" dirty="0">
                <a:solidFill>
                  <a:schemeClr val="tx1">
                    <a:lumMod val="50000"/>
                  </a:schemeClr>
                </a:solidFill>
              </a:rPr>
              <a:t> MBS</a:t>
            </a:r>
          </a:p>
          <a:p>
            <a:r>
              <a:rPr lang="de-DE" sz="2399" dirty="0">
                <a:solidFill>
                  <a:schemeClr val="tx1">
                    <a:lumMod val="50000"/>
                  </a:schemeClr>
                </a:solidFill>
              </a:rPr>
              <a:t>Lack </a:t>
            </a:r>
            <a:r>
              <a:rPr lang="de-DE" sz="2399" dirty="0" err="1">
                <a:solidFill>
                  <a:schemeClr val="tx1">
                    <a:lumMod val="50000"/>
                  </a:schemeClr>
                </a:solidFill>
              </a:rPr>
              <a:t>of</a:t>
            </a:r>
            <a:r>
              <a:rPr lang="de-DE" sz="2399" dirty="0">
                <a:solidFill>
                  <a:schemeClr val="tx1">
                    <a:lumMod val="50000"/>
                  </a:schemeClr>
                </a:solidFill>
              </a:rPr>
              <a:t> clean code design</a:t>
            </a:r>
          </a:p>
          <a:p>
            <a:r>
              <a:rPr lang="de-DE" sz="2399" dirty="0">
                <a:solidFill>
                  <a:schemeClr val="tx1">
                    <a:lumMod val="50000"/>
                  </a:schemeClr>
                </a:solidFill>
              </a:rPr>
              <a:t>Can </a:t>
            </a:r>
            <a:r>
              <a:rPr lang="de-DE" sz="2399" dirty="0" err="1">
                <a:solidFill>
                  <a:schemeClr val="tx1">
                    <a:lumMod val="50000"/>
                  </a:schemeClr>
                </a:solidFill>
              </a:rPr>
              <a:t>be</a:t>
            </a:r>
            <a:r>
              <a:rPr lang="de-DE" sz="2399" dirty="0">
                <a:solidFill>
                  <a:schemeClr val="tx1">
                    <a:lumMod val="50000"/>
                  </a:schemeClr>
                </a:solidFill>
              </a:rPr>
              <a:t> </a:t>
            </a:r>
            <a:r>
              <a:rPr lang="de-DE" sz="2399" dirty="0" err="1">
                <a:solidFill>
                  <a:schemeClr val="tx1">
                    <a:lumMod val="50000"/>
                  </a:schemeClr>
                </a:solidFill>
              </a:rPr>
              <a:t>addressed</a:t>
            </a:r>
            <a:r>
              <a:rPr lang="de-DE" sz="2399" dirty="0">
                <a:solidFill>
                  <a:schemeClr val="tx1">
                    <a:lumMod val="50000"/>
                  </a:schemeClr>
                </a:solidFill>
              </a:rPr>
              <a:t> </a:t>
            </a:r>
            <a:r>
              <a:rPr lang="de-DE" sz="2399" dirty="0" err="1">
                <a:solidFill>
                  <a:schemeClr val="tx1">
                    <a:lumMod val="50000"/>
                  </a:schemeClr>
                </a:solidFill>
              </a:rPr>
              <a:t>by</a:t>
            </a:r>
            <a:r>
              <a:rPr lang="de-DE" sz="2399" dirty="0">
                <a:solidFill>
                  <a:schemeClr val="tx1">
                    <a:lumMod val="50000"/>
                  </a:schemeClr>
                </a:solidFill>
              </a:rPr>
              <a:t> well-</a:t>
            </a:r>
            <a:r>
              <a:rPr lang="de-DE" sz="2399" dirty="0" err="1">
                <a:solidFill>
                  <a:schemeClr val="tx1">
                    <a:lumMod val="50000"/>
                  </a:schemeClr>
                </a:solidFill>
              </a:rPr>
              <a:t>proven</a:t>
            </a:r>
            <a:r>
              <a:rPr lang="de-DE" sz="2399" dirty="0">
                <a:solidFill>
                  <a:schemeClr val="tx1">
                    <a:lumMod val="50000"/>
                  </a:schemeClr>
                </a:solidFill>
              </a:rPr>
              <a:t> design </a:t>
            </a:r>
            <a:r>
              <a:rPr lang="de-DE" sz="2399" dirty="0" err="1">
                <a:solidFill>
                  <a:schemeClr val="tx1">
                    <a:lumMod val="50000"/>
                  </a:schemeClr>
                </a:solidFill>
              </a:rPr>
              <a:t>principles</a:t>
            </a:r>
            <a:endParaRPr lang="de-DE" sz="2399" dirty="0">
              <a:solidFill>
                <a:schemeClr val="tx1">
                  <a:lumMod val="50000"/>
                </a:schemeClr>
              </a:solidFill>
            </a:endParaRPr>
          </a:p>
          <a:p>
            <a:r>
              <a:rPr lang="de-DE" sz="2399" dirty="0" err="1">
                <a:solidFill>
                  <a:schemeClr val="tx1">
                    <a:lumMod val="50000"/>
                  </a:schemeClr>
                </a:solidFill>
              </a:rPr>
              <a:t>Probably</a:t>
            </a:r>
            <a:r>
              <a:rPr lang="de-DE" sz="2399" dirty="0">
                <a:solidFill>
                  <a:schemeClr val="tx1">
                    <a:lumMod val="50000"/>
                  </a:schemeClr>
                </a:solidFill>
              </a:rPr>
              <a:t> </a:t>
            </a:r>
            <a:r>
              <a:rPr lang="de-DE" sz="2399" dirty="0" err="1">
                <a:solidFill>
                  <a:schemeClr val="tx1">
                    <a:lumMod val="50000"/>
                  </a:schemeClr>
                </a:solidFill>
              </a:rPr>
              <a:t>known</a:t>
            </a:r>
            <a:r>
              <a:rPr lang="de-DE" sz="2399" dirty="0">
                <a:solidFill>
                  <a:schemeClr val="tx1">
                    <a:lumMod val="50000"/>
                  </a:schemeClr>
                </a:solidFill>
              </a:rPr>
              <a:t> but not </a:t>
            </a:r>
            <a:r>
              <a:rPr lang="de-DE" sz="2399" dirty="0" err="1">
                <a:solidFill>
                  <a:schemeClr val="tx1">
                    <a:lumMod val="50000"/>
                  </a:schemeClr>
                </a:solidFill>
              </a:rPr>
              <a:t>yet</a:t>
            </a:r>
            <a:r>
              <a:rPr lang="de-DE" sz="2399" dirty="0">
                <a:solidFill>
                  <a:schemeClr val="tx1">
                    <a:lumMod val="50000"/>
                  </a:schemeClr>
                </a:solidFill>
              </a:rPr>
              <a:t> </a:t>
            </a:r>
            <a:r>
              <a:rPr lang="de-DE" sz="2399" dirty="0" err="1">
                <a:solidFill>
                  <a:schemeClr val="tx1">
                    <a:lumMod val="50000"/>
                  </a:schemeClr>
                </a:solidFill>
              </a:rPr>
              <a:t>consequently</a:t>
            </a:r>
            <a:r>
              <a:rPr lang="de-DE" sz="2399" dirty="0">
                <a:solidFill>
                  <a:schemeClr val="tx1">
                    <a:lumMod val="50000"/>
                  </a:schemeClr>
                </a:solidFill>
              </a:rPr>
              <a:t> </a:t>
            </a:r>
            <a:r>
              <a:rPr lang="de-DE" sz="2399" dirty="0" err="1">
                <a:solidFill>
                  <a:schemeClr val="tx1">
                    <a:lumMod val="50000"/>
                  </a:schemeClr>
                </a:solidFill>
              </a:rPr>
              <a:t>applied</a:t>
            </a:r>
            <a:endParaRPr lang="de-DE" sz="2399" dirty="0">
              <a:solidFill>
                <a:schemeClr val="tx1">
                  <a:lumMod val="50000"/>
                </a:schemeClr>
              </a:solidFill>
            </a:endParaRPr>
          </a:p>
          <a:p>
            <a:r>
              <a:rPr lang="de-DE" sz="2399" dirty="0">
                <a:solidFill>
                  <a:schemeClr val="tx1">
                    <a:lumMod val="50000"/>
                  </a:schemeClr>
                </a:solidFill>
              </a:rPr>
              <a:t>GI Joe </a:t>
            </a:r>
            <a:r>
              <a:rPr lang="de-DE" sz="2399" dirty="0" err="1">
                <a:solidFill>
                  <a:schemeClr val="tx1">
                    <a:lumMod val="50000"/>
                  </a:schemeClr>
                </a:solidFill>
              </a:rPr>
              <a:t>Fallacy</a:t>
            </a:r>
            <a:endParaRPr lang="de-DE" sz="2399" dirty="0">
              <a:solidFill>
                <a:schemeClr val="tx1">
                  <a:lumMod val="50000"/>
                </a:schemeClr>
              </a:solidFill>
            </a:endParaRPr>
          </a:p>
          <a:p>
            <a:r>
              <a:rPr lang="de-DE" sz="2399" dirty="0">
                <a:solidFill>
                  <a:schemeClr val="tx1">
                    <a:lumMod val="50000"/>
                  </a:schemeClr>
                </a:solidFill>
              </a:rPr>
              <a:t>Learning Hour </a:t>
            </a:r>
            <a:r>
              <a:rPr lang="de-DE" sz="2399" dirty="0" err="1">
                <a:solidFill>
                  <a:schemeClr val="tx1">
                    <a:lumMod val="50000"/>
                  </a:schemeClr>
                </a:solidFill>
              </a:rPr>
              <a:t>makes</a:t>
            </a:r>
            <a:r>
              <a:rPr lang="de-DE" sz="2399" dirty="0">
                <a:solidFill>
                  <a:schemeClr val="tx1">
                    <a:lumMod val="50000"/>
                  </a:schemeClr>
                </a:solidFill>
              </a:rPr>
              <a:t> </a:t>
            </a:r>
            <a:r>
              <a:rPr lang="de-DE" sz="2399" dirty="0" err="1">
                <a:solidFill>
                  <a:schemeClr val="tx1">
                    <a:lumMod val="50000"/>
                  </a:schemeClr>
                </a:solidFill>
              </a:rPr>
              <a:t>everybody</a:t>
            </a:r>
            <a:r>
              <a:rPr lang="de-DE" sz="2399" dirty="0">
                <a:solidFill>
                  <a:schemeClr val="tx1">
                    <a:lumMod val="50000"/>
                  </a:schemeClr>
                </a:solidFill>
              </a:rPr>
              <a:t> </a:t>
            </a:r>
            <a:r>
              <a:rPr lang="de-DE" sz="2399" dirty="0" err="1">
                <a:solidFill>
                  <a:schemeClr val="tx1">
                    <a:lumMod val="50000"/>
                  </a:schemeClr>
                </a:solidFill>
              </a:rPr>
              <a:t>really</a:t>
            </a:r>
            <a:r>
              <a:rPr lang="de-DE" sz="2399" dirty="0">
                <a:solidFill>
                  <a:schemeClr val="tx1">
                    <a:lumMod val="50000"/>
                  </a:schemeClr>
                </a:solidFill>
              </a:rPr>
              <a:t> </a:t>
            </a:r>
            <a:r>
              <a:rPr lang="de-DE" sz="2399" b="1" dirty="0">
                <a:solidFill>
                  <a:schemeClr val="tx1">
                    <a:lumMod val="50000"/>
                  </a:schemeClr>
                </a:solidFill>
                <a:latin typeface="Open Sans ExtraBold" panose="020B0906030804020204" pitchFamily="34" charset="0"/>
                <a:ea typeface="Open Sans ExtraBold" panose="020B0906030804020204" pitchFamily="34" charset="0"/>
                <a:cs typeface="Open Sans ExtraBold" panose="020B0906030804020204" pitchFamily="34" charset="0"/>
              </a:rPr>
              <a:t>do</a:t>
            </a:r>
            <a:r>
              <a:rPr lang="de-DE" sz="2399" dirty="0">
                <a:solidFill>
                  <a:schemeClr val="tx1">
                    <a:lumMod val="50000"/>
                  </a:schemeClr>
                </a:solidFill>
              </a:rPr>
              <a:t> </a:t>
            </a:r>
            <a:r>
              <a:rPr lang="de-DE" sz="2399" dirty="0" err="1">
                <a:solidFill>
                  <a:schemeClr val="tx1">
                    <a:lumMod val="50000"/>
                  </a:schemeClr>
                </a:solidFill>
              </a:rPr>
              <a:t>it</a:t>
            </a:r>
            <a:endParaRPr lang="de-DE" sz="2399" dirty="0">
              <a:solidFill>
                <a:schemeClr val="tx1">
                  <a:lumMod val="50000"/>
                </a:schemeClr>
              </a:solidFill>
            </a:endParaRPr>
          </a:p>
          <a:p>
            <a:r>
              <a:rPr lang="de-DE" sz="2399" dirty="0">
                <a:solidFill>
                  <a:schemeClr val="tx1">
                    <a:lumMod val="50000"/>
                  </a:schemeClr>
                </a:solidFill>
              </a:rPr>
              <a:t>On a „</a:t>
            </a:r>
            <a:r>
              <a:rPr lang="de-DE" sz="2399" dirty="0" err="1">
                <a:solidFill>
                  <a:schemeClr val="tx1">
                    <a:lumMod val="50000"/>
                  </a:schemeClr>
                </a:solidFill>
              </a:rPr>
              <a:t>beginners</a:t>
            </a:r>
            <a:r>
              <a:rPr lang="de-DE" sz="2399" dirty="0">
                <a:solidFill>
                  <a:schemeClr val="tx1">
                    <a:lumMod val="50000"/>
                  </a:schemeClr>
                </a:solidFill>
              </a:rPr>
              <a:t>‘ </a:t>
            </a:r>
            <a:r>
              <a:rPr lang="de-DE" sz="2399" dirty="0" err="1">
                <a:solidFill>
                  <a:schemeClr val="tx1">
                    <a:lumMod val="50000"/>
                  </a:schemeClr>
                </a:solidFill>
              </a:rPr>
              <a:t>hill</a:t>
            </a:r>
            <a:r>
              <a:rPr lang="de-DE" sz="2399" dirty="0">
                <a:solidFill>
                  <a:schemeClr val="tx1">
                    <a:lumMod val="50000"/>
                  </a:schemeClr>
                </a:solidFill>
              </a:rPr>
              <a:t>“</a:t>
            </a:r>
          </a:p>
          <a:p>
            <a:r>
              <a:rPr lang="de-DE" sz="2399" dirty="0">
                <a:solidFill>
                  <a:schemeClr val="tx1">
                    <a:lumMod val="50000"/>
                  </a:schemeClr>
                </a:solidFill>
              </a:rPr>
              <a:t>In </a:t>
            </a:r>
            <a:r>
              <a:rPr lang="de-DE" sz="2399" dirty="0" err="1">
                <a:solidFill>
                  <a:schemeClr val="tx1">
                    <a:lumMod val="50000"/>
                  </a:schemeClr>
                </a:solidFill>
              </a:rPr>
              <a:t>the</a:t>
            </a:r>
            <a:r>
              <a:rPr lang="de-DE" sz="2399" dirty="0">
                <a:solidFill>
                  <a:schemeClr val="tx1">
                    <a:lumMod val="50000"/>
                  </a:schemeClr>
                </a:solidFill>
              </a:rPr>
              <a:t> </a:t>
            </a:r>
            <a:r>
              <a:rPr lang="de-DE" sz="2399" dirty="0" err="1">
                <a:solidFill>
                  <a:schemeClr val="tx1">
                    <a:lumMod val="50000"/>
                  </a:schemeClr>
                </a:solidFill>
              </a:rPr>
              <a:t>afternoon</a:t>
            </a:r>
            <a:r>
              <a:rPr lang="de-DE" sz="2399" dirty="0">
                <a:solidFill>
                  <a:schemeClr val="tx1">
                    <a:lumMod val="50000"/>
                  </a:schemeClr>
                </a:solidFill>
              </a:rPr>
              <a:t>: </a:t>
            </a:r>
            <a:r>
              <a:rPr lang="de-DE" sz="2399" dirty="0" err="1">
                <a:solidFill>
                  <a:schemeClr val="tx1">
                    <a:lumMod val="50000"/>
                  </a:schemeClr>
                </a:solidFill>
              </a:rPr>
              <a:t>transfer</a:t>
            </a:r>
            <a:r>
              <a:rPr lang="de-DE" sz="2399" dirty="0">
                <a:solidFill>
                  <a:schemeClr val="tx1">
                    <a:lumMod val="50000"/>
                  </a:schemeClr>
                </a:solidFill>
              </a:rPr>
              <a:t> </a:t>
            </a:r>
            <a:r>
              <a:rPr lang="de-DE" sz="2399" dirty="0" err="1">
                <a:solidFill>
                  <a:schemeClr val="tx1">
                    <a:lumMod val="50000"/>
                  </a:schemeClr>
                </a:solidFill>
              </a:rPr>
              <a:t>it</a:t>
            </a:r>
            <a:r>
              <a:rPr lang="de-DE" sz="2399" dirty="0">
                <a:solidFill>
                  <a:schemeClr val="tx1">
                    <a:lumMod val="50000"/>
                  </a:schemeClr>
                </a:solidFill>
              </a:rPr>
              <a:t> </a:t>
            </a:r>
            <a:r>
              <a:rPr lang="de-DE" sz="2399" dirty="0" err="1">
                <a:solidFill>
                  <a:schemeClr val="tx1">
                    <a:lumMod val="50000"/>
                  </a:schemeClr>
                </a:solidFill>
              </a:rPr>
              <a:t>to</a:t>
            </a:r>
            <a:r>
              <a:rPr lang="de-DE" sz="2399" dirty="0">
                <a:solidFill>
                  <a:schemeClr val="tx1">
                    <a:lumMod val="50000"/>
                  </a:schemeClr>
                </a:solidFill>
              </a:rPr>
              <a:t> </a:t>
            </a:r>
            <a:r>
              <a:rPr lang="de-DE" sz="2399" dirty="0" err="1">
                <a:solidFill>
                  <a:schemeClr val="tx1">
                    <a:lumMod val="50000"/>
                  </a:schemeClr>
                </a:solidFill>
              </a:rPr>
              <a:t>the</a:t>
            </a:r>
            <a:r>
              <a:rPr lang="de-DE" sz="2399" dirty="0">
                <a:solidFill>
                  <a:schemeClr val="tx1">
                    <a:lumMod val="50000"/>
                  </a:schemeClr>
                </a:solidFill>
              </a:rPr>
              <a:t> real </a:t>
            </a:r>
            <a:r>
              <a:rPr lang="de-DE" sz="2399" dirty="0" err="1">
                <a:solidFill>
                  <a:schemeClr val="tx1">
                    <a:lumMod val="50000"/>
                  </a:schemeClr>
                </a:solidFill>
              </a:rPr>
              <a:t>world</a:t>
            </a:r>
            <a:endParaRPr lang="de-DE" sz="2399" dirty="0">
              <a:solidFill>
                <a:schemeClr val="tx1">
                  <a:lumMod val="50000"/>
                </a:schemeClr>
              </a:solidFill>
            </a:endParaRPr>
          </a:p>
        </p:txBody>
      </p:sp>
    </p:spTree>
    <p:extLst>
      <p:ext uri="{BB962C8B-B14F-4D97-AF65-F5344CB8AC3E}">
        <p14:creationId xmlns:p14="http://schemas.microsoft.com/office/powerpoint/2010/main" val="3076224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3866EE2-0429-45D4-8487-CAFDEC0DDDB4}"/>
              </a:ext>
            </a:extLst>
          </p:cNvPr>
          <p:cNvSpPr>
            <a:spLocks noGrp="1"/>
          </p:cNvSpPr>
          <p:nvPr>
            <p:ph type="title"/>
          </p:nvPr>
        </p:nvSpPr>
        <p:spPr>
          <a:xfrm>
            <a:off x="550800" y="295200"/>
            <a:ext cx="9935301" cy="973560"/>
          </a:xfrm>
        </p:spPr>
        <p:txBody>
          <a:bodyPr/>
          <a:lstStyle/>
          <a:p>
            <a:r>
              <a:rPr lang="de-DE" dirty="0" err="1"/>
              <a:t>Lets</a:t>
            </a:r>
            <a:r>
              <a:rPr lang="de-DE" dirty="0"/>
              <a:t> </a:t>
            </a:r>
            <a:r>
              <a:rPr lang="de-DE" dirty="0" err="1"/>
              <a:t>have</a:t>
            </a:r>
            <a:r>
              <a:rPr lang="de-DE" dirty="0"/>
              <a:t> a </a:t>
            </a:r>
            <a:r>
              <a:rPr lang="de-DE" dirty="0" err="1"/>
              <a:t>look</a:t>
            </a:r>
            <a:endParaRPr lang="de-DE" dirty="0"/>
          </a:p>
        </p:txBody>
      </p:sp>
      <p:sp>
        <p:nvSpPr>
          <p:cNvPr id="3" name="Rechteck 2">
            <a:extLst>
              <a:ext uri="{FF2B5EF4-FFF2-40B4-BE49-F238E27FC236}">
                <a16:creationId xmlns:a16="http://schemas.microsoft.com/office/drawing/2014/main" id="{EB974427-6027-4A89-8F5B-14A3EE802B08}"/>
              </a:ext>
            </a:extLst>
          </p:cNvPr>
          <p:cNvSpPr/>
          <p:nvPr/>
        </p:nvSpPr>
        <p:spPr>
          <a:xfrm>
            <a:off x="2423592" y="3212976"/>
            <a:ext cx="6965368" cy="1077218"/>
          </a:xfrm>
          <a:prstGeom prst="rect">
            <a:avLst/>
          </a:prstGeom>
        </p:spPr>
        <p:txBody>
          <a:bodyPr wrap="none">
            <a:spAutoFit/>
          </a:bodyPr>
          <a:lstStyle/>
          <a:p>
            <a:r>
              <a:rPr lang="de-DE" sz="3200" dirty="0"/>
              <a:t>Class: </a:t>
            </a:r>
            <a:r>
              <a:rPr lang="de-DE" sz="3200" dirty="0" err="1"/>
              <a:t>MeteringPointService</a:t>
            </a:r>
            <a:endParaRPr lang="de-DE" sz="3200" dirty="0"/>
          </a:p>
          <a:p>
            <a:r>
              <a:rPr lang="de-DE" sz="3200" dirty="0"/>
              <a:t>Method: </a:t>
            </a:r>
            <a:r>
              <a:rPr lang="de-DE" sz="3200" dirty="0" err="1"/>
              <a:t>getNewestPointOfDeliveries</a:t>
            </a:r>
            <a:endParaRPr lang="de-DE" sz="3200" dirty="0"/>
          </a:p>
        </p:txBody>
      </p:sp>
    </p:spTree>
    <p:extLst>
      <p:ext uri="{BB962C8B-B14F-4D97-AF65-F5344CB8AC3E}">
        <p14:creationId xmlns:p14="http://schemas.microsoft.com/office/powerpoint/2010/main" val="2266934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3866EE2-0429-45D4-8487-CAFDEC0DDDB4}"/>
              </a:ext>
            </a:extLst>
          </p:cNvPr>
          <p:cNvSpPr>
            <a:spLocks noGrp="1"/>
          </p:cNvSpPr>
          <p:nvPr>
            <p:ph type="title"/>
          </p:nvPr>
        </p:nvSpPr>
        <p:spPr>
          <a:xfrm>
            <a:off x="550800" y="295200"/>
            <a:ext cx="9935301" cy="973560"/>
          </a:xfrm>
        </p:spPr>
        <p:txBody>
          <a:bodyPr/>
          <a:lstStyle/>
          <a:p>
            <a:r>
              <a:rPr lang="de-DE" dirty="0"/>
              <a:t>https://clean-code-developer.com/</a:t>
            </a:r>
            <a:br>
              <a:rPr lang="de-DE" dirty="0"/>
            </a:br>
            <a:r>
              <a:rPr lang="de-DE" dirty="0"/>
              <a:t>https://clean-code-developer.de/</a:t>
            </a:r>
          </a:p>
        </p:txBody>
      </p:sp>
      <p:pic>
        <p:nvPicPr>
          <p:cNvPr id="5" name="Grafik 4">
            <a:extLst>
              <a:ext uri="{FF2B5EF4-FFF2-40B4-BE49-F238E27FC236}">
                <a16:creationId xmlns:a16="http://schemas.microsoft.com/office/drawing/2014/main" id="{075D4B71-F8CF-B095-7808-EE785A35A1B9}"/>
              </a:ext>
            </a:extLst>
          </p:cNvPr>
          <p:cNvPicPr>
            <a:picLocks noChangeAspect="1"/>
          </p:cNvPicPr>
          <p:nvPr/>
        </p:nvPicPr>
        <p:blipFill>
          <a:blip r:embed="rId2"/>
          <a:stretch>
            <a:fillRect/>
          </a:stretch>
        </p:blipFill>
        <p:spPr>
          <a:xfrm>
            <a:off x="827968" y="2348880"/>
            <a:ext cx="3556022" cy="4115302"/>
          </a:xfrm>
          <a:prstGeom prst="rect">
            <a:avLst/>
          </a:prstGeom>
        </p:spPr>
      </p:pic>
      <p:sp>
        <p:nvSpPr>
          <p:cNvPr id="7" name="Textfeld 6">
            <a:extLst>
              <a:ext uri="{FF2B5EF4-FFF2-40B4-BE49-F238E27FC236}">
                <a16:creationId xmlns:a16="http://schemas.microsoft.com/office/drawing/2014/main" id="{446C6F84-4274-4FEA-ED94-2317F5AA20C9}"/>
              </a:ext>
            </a:extLst>
          </p:cNvPr>
          <p:cNvSpPr txBox="1"/>
          <p:nvPr/>
        </p:nvSpPr>
        <p:spPr>
          <a:xfrm>
            <a:off x="1942977" y="1892342"/>
            <a:ext cx="1326004" cy="369332"/>
          </a:xfrm>
          <a:prstGeom prst="rect">
            <a:avLst/>
          </a:prstGeom>
          <a:noFill/>
        </p:spPr>
        <p:txBody>
          <a:bodyPr wrap="none" rtlCol="0">
            <a:spAutoFit/>
          </a:bodyPr>
          <a:lstStyle/>
          <a:p>
            <a:r>
              <a:rPr lang="de-DE" dirty="0"/>
              <a:t>Roter Grad</a:t>
            </a:r>
          </a:p>
        </p:txBody>
      </p:sp>
      <p:sp>
        <p:nvSpPr>
          <p:cNvPr id="4" name="Pfeil: nach unten 3">
            <a:extLst>
              <a:ext uri="{FF2B5EF4-FFF2-40B4-BE49-F238E27FC236}">
                <a16:creationId xmlns:a16="http://schemas.microsoft.com/office/drawing/2014/main" id="{E6CD4B18-9F2E-44F1-AE07-5033EBBECA16}"/>
              </a:ext>
            </a:extLst>
          </p:cNvPr>
          <p:cNvSpPr/>
          <p:nvPr/>
        </p:nvSpPr>
        <p:spPr>
          <a:xfrm rot="3553140">
            <a:off x="3930181" y="3880482"/>
            <a:ext cx="1080120" cy="936104"/>
          </a:xfrm>
          <a:prstGeom prst="downArrow">
            <a:avLst/>
          </a:prstGeom>
          <a:solidFill>
            <a:srgbClr val="54606D">
              <a:alpha val="49020"/>
            </a:srgbClr>
          </a:solidFill>
          <a:ln w="28575" cap="flat" cmpd="sng" algn="ctr">
            <a:solidFill>
              <a:srgbClr val="F49927"/>
            </a:solidFill>
            <a:prstDash val="solid"/>
          </a:ln>
          <a:effectLst/>
        </p:spPr>
        <p:txBody>
          <a:bodyPr rtlCol="0" anchor="ctr"/>
          <a:lstStyle/>
          <a:p>
            <a:pPr algn="ctr"/>
            <a:endParaRPr lang="de-DE" sz="1000" b="1" kern="0" dirty="0">
              <a:latin typeface="Arial" panose="020B0604020202020204"/>
              <a:cs typeface="Arial" panose="020B0604020202020204" pitchFamily="34" charset="0"/>
            </a:endParaRPr>
          </a:p>
        </p:txBody>
      </p:sp>
      <p:pic>
        <p:nvPicPr>
          <p:cNvPr id="10" name="Grafik 9">
            <a:extLst>
              <a:ext uri="{FF2B5EF4-FFF2-40B4-BE49-F238E27FC236}">
                <a16:creationId xmlns:a16="http://schemas.microsoft.com/office/drawing/2014/main" id="{97270FBD-4620-4BA4-DA16-70B693868A24}"/>
              </a:ext>
            </a:extLst>
          </p:cNvPr>
          <p:cNvPicPr>
            <a:picLocks noChangeAspect="1"/>
          </p:cNvPicPr>
          <p:nvPr/>
        </p:nvPicPr>
        <p:blipFill>
          <a:blip r:embed="rId3"/>
          <a:stretch>
            <a:fillRect/>
          </a:stretch>
        </p:blipFill>
        <p:spPr>
          <a:xfrm>
            <a:off x="6308476" y="2320265"/>
            <a:ext cx="3608075" cy="3701023"/>
          </a:xfrm>
          <a:prstGeom prst="rect">
            <a:avLst/>
          </a:prstGeom>
        </p:spPr>
      </p:pic>
      <p:sp>
        <p:nvSpPr>
          <p:cNvPr id="9" name="Pfeil: nach unten 8">
            <a:extLst>
              <a:ext uri="{FF2B5EF4-FFF2-40B4-BE49-F238E27FC236}">
                <a16:creationId xmlns:a16="http://schemas.microsoft.com/office/drawing/2014/main" id="{16DDABC7-CE63-4BBE-9B74-D8A3E80C42E3}"/>
              </a:ext>
            </a:extLst>
          </p:cNvPr>
          <p:cNvSpPr/>
          <p:nvPr/>
        </p:nvSpPr>
        <p:spPr>
          <a:xfrm rot="16984154">
            <a:off x="5555939" y="3248571"/>
            <a:ext cx="1080120" cy="936104"/>
          </a:xfrm>
          <a:prstGeom prst="downArrow">
            <a:avLst/>
          </a:prstGeom>
          <a:solidFill>
            <a:srgbClr val="54606D">
              <a:alpha val="49020"/>
            </a:srgbClr>
          </a:solidFill>
          <a:ln w="28575" cap="flat" cmpd="sng" algn="ctr">
            <a:solidFill>
              <a:srgbClr val="F49927"/>
            </a:solidFill>
            <a:prstDash val="solid"/>
          </a:ln>
          <a:effectLst/>
        </p:spPr>
        <p:txBody>
          <a:bodyPr rtlCol="0" anchor="ctr"/>
          <a:lstStyle/>
          <a:p>
            <a:pPr algn="ctr"/>
            <a:endParaRPr lang="de-DE" sz="1000" b="1" kern="0" dirty="0">
              <a:latin typeface="Arial" panose="020B0604020202020204"/>
              <a:cs typeface="Arial" panose="020B0604020202020204" pitchFamily="34" charset="0"/>
            </a:endParaRPr>
          </a:p>
        </p:txBody>
      </p:sp>
      <p:sp>
        <p:nvSpPr>
          <p:cNvPr id="11" name="Textfeld 10">
            <a:extLst>
              <a:ext uri="{FF2B5EF4-FFF2-40B4-BE49-F238E27FC236}">
                <a16:creationId xmlns:a16="http://schemas.microsoft.com/office/drawing/2014/main" id="{B83D2E10-5F68-280F-BC1E-EA513EDF5686}"/>
              </a:ext>
            </a:extLst>
          </p:cNvPr>
          <p:cNvSpPr txBox="1"/>
          <p:nvPr/>
        </p:nvSpPr>
        <p:spPr>
          <a:xfrm>
            <a:off x="7104112" y="1892342"/>
            <a:ext cx="1883849" cy="369332"/>
          </a:xfrm>
          <a:prstGeom prst="rect">
            <a:avLst/>
          </a:prstGeom>
          <a:noFill/>
        </p:spPr>
        <p:txBody>
          <a:bodyPr wrap="none" rtlCol="0">
            <a:spAutoFit/>
          </a:bodyPr>
          <a:lstStyle/>
          <a:p>
            <a:r>
              <a:rPr lang="de-DE" dirty="0"/>
              <a:t>Orangener Grad</a:t>
            </a:r>
          </a:p>
        </p:txBody>
      </p:sp>
    </p:spTree>
    <p:extLst>
      <p:ext uri="{BB962C8B-B14F-4D97-AF65-F5344CB8AC3E}">
        <p14:creationId xmlns:p14="http://schemas.microsoft.com/office/powerpoint/2010/main" val="1206029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3866EE2-0429-45D4-8487-CAFDEC0DDDB4}"/>
              </a:ext>
            </a:extLst>
          </p:cNvPr>
          <p:cNvSpPr>
            <a:spLocks noGrp="1"/>
          </p:cNvSpPr>
          <p:nvPr>
            <p:ph type="title"/>
          </p:nvPr>
        </p:nvSpPr>
        <p:spPr>
          <a:xfrm>
            <a:off x="550800" y="295200"/>
            <a:ext cx="9935301" cy="973560"/>
          </a:xfrm>
        </p:spPr>
        <p:txBody>
          <a:bodyPr/>
          <a:lstStyle/>
          <a:p>
            <a:r>
              <a:rPr lang="de-DE" dirty="0"/>
              <a:t>Integration Operation Segregation</a:t>
            </a:r>
            <a:br>
              <a:rPr lang="de-DE" dirty="0"/>
            </a:br>
            <a:r>
              <a:rPr lang="de-DE" sz="1400" dirty="0"/>
              <a:t>… </a:t>
            </a:r>
            <a:r>
              <a:rPr lang="de-DE" sz="1400" dirty="0" err="1"/>
              <a:t>as</a:t>
            </a:r>
            <a:r>
              <a:rPr lang="de-DE" sz="1400" dirty="0"/>
              <a:t> </a:t>
            </a:r>
            <a:r>
              <a:rPr lang="de-DE" sz="1400" dirty="0" err="1"/>
              <a:t>it</a:t>
            </a:r>
            <a:r>
              <a:rPr lang="de-DE" sz="1400" dirty="0"/>
              <a:t> </a:t>
            </a:r>
            <a:r>
              <a:rPr lang="de-DE" sz="1400" dirty="0" err="1"/>
              <a:t>is</a:t>
            </a:r>
            <a:r>
              <a:rPr lang="de-DE" sz="1400" dirty="0"/>
              <a:t> </a:t>
            </a:r>
            <a:r>
              <a:rPr lang="de-DE" sz="1400" dirty="0" err="1"/>
              <a:t>explained</a:t>
            </a:r>
            <a:r>
              <a:rPr lang="de-DE" sz="1400" dirty="0"/>
              <a:t> on clean-code-developer.com</a:t>
            </a:r>
          </a:p>
        </p:txBody>
      </p:sp>
      <p:sp>
        <p:nvSpPr>
          <p:cNvPr id="3" name="Textfeld 2">
            <a:extLst>
              <a:ext uri="{FF2B5EF4-FFF2-40B4-BE49-F238E27FC236}">
                <a16:creationId xmlns:a16="http://schemas.microsoft.com/office/drawing/2014/main" id="{E2ADCD64-AFEA-47D5-9C98-EEE78AC8A367}"/>
              </a:ext>
            </a:extLst>
          </p:cNvPr>
          <p:cNvSpPr txBox="1"/>
          <p:nvPr/>
        </p:nvSpPr>
        <p:spPr>
          <a:xfrm>
            <a:off x="479376" y="1556792"/>
            <a:ext cx="11017224" cy="3970318"/>
          </a:xfrm>
          <a:prstGeom prst="rect">
            <a:avLst/>
          </a:prstGeom>
          <a:noFill/>
        </p:spPr>
        <p:txBody>
          <a:bodyPr wrap="square" rtlCol="0">
            <a:spAutoFit/>
          </a:bodyPr>
          <a:lstStyle/>
          <a:p>
            <a:r>
              <a:rPr lang="en-US" dirty="0"/>
              <a:t>If a method contains both logic and calls to other methods, the total behavior will be no longer clear. The instructions are blurred over a possibly very deep hierarchy. Furthermore this kind of method has a tendency to grow unlimited.</a:t>
            </a:r>
          </a:p>
          <a:p>
            <a:endParaRPr lang="en-US" dirty="0"/>
          </a:p>
          <a:p>
            <a:r>
              <a:rPr lang="en-US" dirty="0"/>
              <a:t>Integration Operation Segregation calls for a clear separation:</a:t>
            </a:r>
          </a:p>
          <a:p>
            <a:endParaRPr lang="en-US" dirty="0"/>
          </a:p>
          <a:p>
            <a:pPr marL="285750" indent="-285750">
              <a:buFont typeface="Arial" panose="020B0604020202020204" pitchFamily="34" charset="0"/>
              <a:buChar char="•"/>
            </a:pPr>
            <a:r>
              <a:rPr lang="en-US" dirty="0"/>
              <a:t>Either a method contains exclusively logic, meaning transformations, control structures or API invocations. Then it’s called an Operation.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Or a method does not contain any logic but exclusively calls other methods within its code basis. Then it’s called Integration.</a:t>
            </a:r>
          </a:p>
          <a:p>
            <a:endParaRPr lang="en-US" dirty="0"/>
          </a:p>
          <a:p>
            <a:r>
              <a:rPr lang="en-US" dirty="0"/>
              <a:t>Any developer willing can apply this principle off-hand. Compliance is trivial to verify as integration and operation differ notably in form.</a:t>
            </a:r>
            <a:endParaRPr lang="de-DE" dirty="0"/>
          </a:p>
        </p:txBody>
      </p:sp>
    </p:spTree>
    <p:extLst>
      <p:ext uri="{BB962C8B-B14F-4D97-AF65-F5344CB8AC3E}">
        <p14:creationId xmlns:p14="http://schemas.microsoft.com/office/powerpoint/2010/main" val="980992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3866EE2-0429-45D4-8487-CAFDEC0DDDB4}"/>
              </a:ext>
            </a:extLst>
          </p:cNvPr>
          <p:cNvSpPr>
            <a:spLocks noGrp="1"/>
          </p:cNvSpPr>
          <p:nvPr>
            <p:ph type="title"/>
          </p:nvPr>
        </p:nvSpPr>
        <p:spPr>
          <a:xfrm>
            <a:off x="550800" y="295200"/>
            <a:ext cx="9935301" cy="973560"/>
          </a:xfrm>
        </p:spPr>
        <p:txBody>
          <a:bodyPr/>
          <a:lstStyle/>
          <a:p>
            <a:r>
              <a:rPr lang="de-DE" dirty="0"/>
              <a:t>Single Level </a:t>
            </a:r>
            <a:r>
              <a:rPr lang="de-DE" dirty="0" err="1"/>
              <a:t>of</a:t>
            </a:r>
            <a:r>
              <a:rPr lang="de-DE" dirty="0"/>
              <a:t> </a:t>
            </a:r>
            <a:r>
              <a:rPr lang="de-DE" dirty="0" err="1"/>
              <a:t>Abstraction</a:t>
            </a:r>
            <a:br>
              <a:rPr lang="de-DE" dirty="0"/>
            </a:br>
            <a:r>
              <a:rPr lang="de-DE" sz="1400" dirty="0"/>
              <a:t>(Big </a:t>
            </a:r>
            <a:r>
              <a:rPr lang="de-DE" sz="1400" dirty="0" err="1"/>
              <a:t>brother</a:t>
            </a:r>
            <a:r>
              <a:rPr lang="de-DE" sz="1400" dirty="0"/>
              <a:t> </a:t>
            </a:r>
            <a:r>
              <a:rPr lang="de-DE" sz="1400" dirty="0" err="1"/>
              <a:t>of</a:t>
            </a:r>
            <a:r>
              <a:rPr lang="de-DE" sz="1400" dirty="0"/>
              <a:t> „Integration Operation Segregation </a:t>
            </a:r>
            <a:r>
              <a:rPr lang="de-DE" sz="1400" dirty="0" err="1"/>
              <a:t>Principle</a:t>
            </a:r>
            <a:r>
              <a:rPr lang="de-DE" sz="1400" dirty="0"/>
              <a:t>“)</a:t>
            </a:r>
          </a:p>
        </p:txBody>
      </p:sp>
      <p:sp>
        <p:nvSpPr>
          <p:cNvPr id="3" name="Textfeld 2">
            <a:extLst>
              <a:ext uri="{FF2B5EF4-FFF2-40B4-BE49-F238E27FC236}">
                <a16:creationId xmlns:a16="http://schemas.microsoft.com/office/drawing/2014/main" id="{E2ADCD64-AFEA-47D5-9C98-EEE78AC8A367}"/>
              </a:ext>
            </a:extLst>
          </p:cNvPr>
          <p:cNvSpPr txBox="1"/>
          <p:nvPr/>
        </p:nvSpPr>
        <p:spPr>
          <a:xfrm>
            <a:off x="479376" y="1556792"/>
            <a:ext cx="11017224" cy="4524315"/>
          </a:xfrm>
          <a:prstGeom prst="rect">
            <a:avLst/>
          </a:prstGeom>
          <a:noFill/>
        </p:spPr>
        <p:txBody>
          <a:bodyPr wrap="square" rtlCol="0">
            <a:spAutoFit/>
          </a:bodyPr>
          <a:lstStyle/>
          <a:p>
            <a:r>
              <a:rPr lang="en-US" dirty="0"/>
              <a:t>Lines of code may have different levels of abstraction. Assigning a value to a variable is on a lower level than let’s say a method call. This is because beyond the method call can be far more logic than a variable assignment. Even method calls may be on different levels of abstraction. Calling a framework’s method is on a different level than a method call within your codebase.</a:t>
            </a:r>
          </a:p>
          <a:p>
            <a:endParaRPr lang="en-US" dirty="0"/>
          </a:p>
          <a:p>
            <a:r>
              <a:rPr lang="en-US" dirty="0"/>
              <a:t>Within one method you should use only one level of abstraction. Otherwise the reader will find it hard to differentiate essentials from details. So if you need to fiddle with bits, don’t combine it with method calls.</a:t>
            </a:r>
          </a:p>
          <a:p>
            <a:endParaRPr lang="en-US" dirty="0"/>
          </a:p>
          <a:p>
            <a:r>
              <a:rPr lang="en-US" dirty="0"/>
              <a:t>A helpful analogy is a newspaper article: First comes is the most important thing – the heading. From this you should roughly know what the article is about. The first sentence of the article describes it on a high level of abstraction. The further you get in the article the more details emerge. We can structure our code in a similar way. Class name is the heading. Next are public methods on a high level of abstraction. These may call lower level methods until we are finally at “fiddle-with-bits” level. With this structure at hand I can easily decide which detail level I want to see when looking at a class. If you are only roughly interested in how a class works, you just need to inspect the public methods which reflect functionality on a high level of abstraction. If you want to know further details, you will drill down to private methods.</a:t>
            </a:r>
            <a:endParaRPr lang="de-DE" dirty="0"/>
          </a:p>
        </p:txBody>
      </p:sp>
    </p:spTree>
    <p:extLst>
      <p:ext uri="{BB962C8B-B14F-4D97-AF65-F5344CB8AC3E}">
        <p14:creationId xmlns:p14="http://schemas.microsoft.com/office/powerpoint/2010/main" val="3784562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3866EE2-0429-45D4-8487-CAFDEC0DDDB4}"/>
              </a:ext>
            </a:extLst>
          </p:cNvPr>
          <p:cNvSpPr>
            <a:spLocks noGrp="1"/>
          </p:cNvSpPr>
          <p:nvPr>
            <p:ph type="title"/>
          </p:nvPr>
        </p:nvSpPr>
        <p:spPr>
          <a:xfrm>
            <a:off x="550800" y="295200"/>
            <a:ext cx="9935301" cy="973560"/>
          </a:xfrm>
        </p:spPr>
        <p:txBody>
          <a:bodyPr/>
          <a:lstStyle/>
          <a:p>
            <a:r>
              <a:rPr lang="de-DE" dirty="0"/>
              <a:t>Single </a:t>
            </a:r>
            <a:r>
              <a:rPr lang="de-DE" dirty="0" err="1"/>
              <a:t>Responsibility</a:t>
            </a:r>
            <a:endParaRPr lang="de-DE" dirty="0"/>
          </a:p>
        </p:txBody>
      </p:sp>
      <p:sp>
        <p:nvSpPr>
          <p:cNvPr id="3" name="Textfeld 2">
            <a:extLst>
              <a:ext uri="{FF2B5EF4-FFF2-40B4-BE49-F238E27FC236}">
                <a16:creationId xmlns:a16="http://schemas.microsoft.com/office/drawing/2014/main" id="{E2ADCD64-AFEA-47D5-9C98-EEE78AC8A367}"/>
              </a:ext>
            </a:extLst>
          </p:cNvPr>
          <p:cNvSpPr txBox="1"/>
          <p:nvPr/>
        </p:nvSpPr>
        <p:spPr>
          <a:xfrm>
            <a:off x="550800" y="1916832"/>
            <a:ext cx="9922888" cy="2308324"/>
          </a:xfrm>
          <a:prstGeom prst="rect">
            <a:avLst/>
          </a:prstGeom>
          <a:noFill/>
        </p:spPr>
        <p:txBody>
          <a:bodyPr wrap="square" rtlCol="0">
            <a:spAutoFit/>
          </a:bodyPr>
          <a:lstStyle/>
          <a:p>
            <a:r>
              <a:rPr lang="en-US" dirty="0"/>
              <a:t>Single Responsibility Principle (SRP) is one of the SOLID principles stating that a class shall have only one responsibility.</a:t>
            </a:r>
          </a:p>
          <a:p>
            <a:endParaRPr lang="en-US" dirty="0"/>
          </a:p>
          <a:p>
            <a:r>
              <a:rPr lang="en-US" dirty="0"/>
              <a:t>Beyond the Single Responsibility Principle stands the idea that changing or enhancing functionality should affect only a few classes. The more classes need to be changed the higher is the risk that problems arise in areas which basically have nothing to do with the enhancement. A SRP violation leads to coupling and increased complexity. It becomes harder to understand the code.</a:t>
            </a:r>
            <a:endParaRPr lang="de-DE" dirty="0"/>
          </a:p>
        </p:txBody>
      </p:sp>
    </p:spTree>
    <p:extLst>
      <p:ext uri="{BB962C8B-B14F-4D97-AF65-F5344CB8AC3E}">
        <p14:creationId xmlns:p14="http://schemas.microsoft.com/office/powerpoint/2010/main" val="726059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53866EE2-0429-45D4-8487-CAFDEC0DDDB4}"/>
              </a:ext>
            </a:extLst>
          </p:cNvPr>
          <p:cNvSpPr>
            <a:spLocks noGrp="1"/>
          </p:cNvSpPr>
          <p:nvPr>
            <p:ph type="title"/>
          </p:nvPr>
        </p:nvSpPr>
        <p:spPr>
          <a:xfrm>
            <a:off x="550800" y="295200"/>
            <a:ext cx="9935301" cy="973560"/>
          </a:xfrm>
        </p:spPr>
        <p:txBody>
          <a:bodyPr/>
          <a:lstStyle/>
          <a:p>
            <a:r>
              <a:rPr lang="de-DE" dirty="0" err="1"/>
              <a:t>Example</a:t>
            </a:r>
            <a:r>
              <a:rPr lang="de-DE" dirty="0"/>
              <a:t> Kata „</a:t>
            </a:r>
            <a:r>
              <a:rPr lang="de-DE" dirty="0" err="1"/>
              <a:t>Social</a:t>
            </a:r>
            <a:r>
              <a:rPr lang="de-DE" dirty="0"/>
              <a:t> Time“</a:t>
            </a:r>
            <a:endParaRPr lang="de-DE" sz="1400" dirty="0"/>
          </a:p>
        </p:txBody>
      </p:sp>
      <p:sp>
        <p:nvSpPr>
          <p:cNvPr id="4" name="Inhaltsplatzhalter 2">
            <a:extLst>
              <a:ext uri="{FF2B5EF4-FFF2-40B4-BE49-F238E27FC236}">
                <a16:creationId xmlns:a16="http://schemas.microsoft.com/office/drawing/2014/main" id="{D1A0B2C9-254D-4548-B8C5-D82B88F90932}"/>
              </a:ext>
            </a:extLst>
          </p:cNvPr>
          <p:cNvSpPr txBox="1">
            <a:spLocks/>
          </p:cNvSpPr>
          <p:nvPr/>
        </p:nvSpPr>
        <p:spPr>
          <a:xfrm>
            <a:off x="550800" y="1772816"/>
            <a:ext cx="9215443" cy="4318493"/>
          </a:xfrm>
          <a:prstGeom prst="rect">
            <a:avLst/>
          </a:prstGeom>
        </p:spPr>
        <p:txBody>
          <a:bodyPr vert="horz" lIns="91404" tIns="45702" rIns="91404" bIns="45702" rtlCol="0">
            <a:normAutofit/>
          </a:bodyPr>
          <a:lstStyle>
            <a:lvl1pPr marL="342900" indent="-342900" algn="l" defTabSz="457200" rtl="0" eaLnBrk="1" latinLnBrk="0" hangingPunct="1">
              <a:spcBef>
                <a:spcPts val="600"/>
              </a:spcBef>
              <a:buClr>
                <a:schemeClr val="accent1"/>
              </a:buClr>
              <a:buFont typeface="Wingdings" panose="05000000000000000000" pitchFamily="2" charset="2"/>
              <a:buChar char="§"/>
              <a:defRPr sz="2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1pPr>
            <a:lvl2pPr marL="742950" indent="-285750" algn="l" defTabSz="457200" rtl="0" eaLnBrk="1" latinLnBrk="0" hangingPunct="1">
              <a:spcBef>
                <a:spcPts val="600"/>
              </a:spcBef>
              <a:buClr>
                <a:schemeClr val="accent1"/>
              </a:buClr>
              <a:buFont typeface="Wingdings" panose="05000000000000000000" pitchFamily="2" charset="2"/>
              <a:buChar char="§"/>
              <a:defRPr sz="20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457200" rtl="0" eaLnBrk="1" latinLnBrk="0" hangingPunct="1">
              <a:spcBef>
                <a:spcPts val="600"/>
              </a:spcBef>
              <a:buClr>
                <a:schemeClr val="accent1"/>
              </a:buClr>
              <a:buFont typeface="Wingdings" panose="05000000000000000000" pitchFamily="2" charset="2"/>
              <a:buChar char="§"/>
              <a:defRPr sz="16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457200" rtl="0" eaLnBrk="1" latinLnBrk="0" hangingPunct="1">
              <a:spcBef>
                <a:spcPts val="600"/>
              </a:spcBef>
              <a:buClr>
                <a:schemeClr val="accent1"/>
              </a:buClr>
              <a:buFont typeface="Symbol" panose="05050102010706020507" pitchFamily="18" charset="2"/>
              <a:buChar char="-"/>
              <a:defRPr sz="16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457200" rtl="0" eaLnBrk="1" latinLnBrk="0" hangingPunct="1">
              <a:spcBef>
                <a:spcPts val="600"/>
              </a:spcBef>
              <a:buClr>
                <a:schemeClr val="accent1"/>
              </a:buClr>
              <a:buFont typeface="Symbol" panose="05050102010706020507" pitchFamily="18" charset="2"/>
              <a:buChar char="-"/>
              <a:defRPr sz="12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de-DE" sz="2399" dirty="0">
                <a:solidFill>
                  <a:schemeClr val="tx1">
                    <a:lumMod val="50000"/>
                  </a:schemeClr>
                </a:solidFill>
              </a:rPr>
              <a:t>Simple code </a:t>
            </a:r>
            <a:r>
              <a:rPr lang="de-DE" sz="2399" dirty="0" err="1">
                <a:solidFill>
                  <a:schemeClr val="tx1">
                    <a:lumMod val="50000"/>
                  </a:schemeClr>
                </a:solidFill>
              </a:rPr>
              <a:t>kata</a:t>
            </a:r>
            <a:endParaRPr lang="de-DE" sz="2399" dirty="0">
              <a:solidFill>
                <a:schemeClr val="tx1">
                  <a:lumMod val="50000"/>
                </a:schemeClr>
              </a:solidFill>
            </a:endParaRPr>
          </a:p>
          <a:p>
            <a:r>
              <a:rPr lang="de-DE" sz="2399" dirty="0">
                <a:solidFill>
                  <a:schemeClr val="tx1">
                    <a:lumMod val="50000"/>
                  </a:schemeClr>
                </a:solidFill>
              </a:rPr>
              <a:t>Display </a:t>
            </a:r>
            <a:r>
              <a:rPr lang="de-DE" sz="2399" dirty="0" err="1">
                <a:solidFill>
                  <a:schemeClr val="tx1">
                    <a:lumMod val="50000"/>
                  </a:schemeClr>
                </a:solidFill>
              </a:rPr>
              <a:t>age</a:t>
            </a:r>
            <a:r>
              <a:rPr lang="de-DE" sz="2399" dirty="0">
                <a:solidFill>
                  <a:schemeClr val="tx1">
                    <a:lumMod val="50000"/>
                  </a:schemeClr>
                </a:solidFill>
              </a:rPr>
              <a:t> </a:t>
            </a:r>
            <a:r>
              <a:rPr lang="de-DE" sz="2399" dirty="0" err="1">
                <a:solidFill>
                  <a:schemeClr val="tx1">
                    <a:lumMod val="50000"/>
                  </a:schemeClr>
                </a:solidFill>
              </a:rPr>
              <a:t>of</a:t>
            </a:r>
            <a:r>
              <a:rPr lang="de-DE" sz="2399" dirty="0">
                <a:solidFill>
                  <a:schemeClr val="tx1">
                    <a:lumMod val="50000"/>
                  </a:schemeClr>
                </a:solidFill>
              </a:rPr>
              <a:t> a social </a:t>
            </a:r>
            <a:r>
              <a:rPr lang="de-DE" sz="2399" dirty="0" err="1">
                <a:solidFill>
                  <a:schemeClr val="tx1">
                    <a:lumMod val="50000"/>
                  </a:schemeClr>
                </a:solidFill>
              </a:rPr>
              <a:t>media</a:t>
            </a:r>
            <a:r>
              <a:rPr lang="de-DE" sz="2399" dirty="0">
                <a:solidFill>
                  <a:schemeClr val="tx1">
                    <a:lumMod val="50000"/>
                  </a:schemeClr>
                </a:solidFill>
              </a:rPr>
              <a:t> </a:t>
            </a:r>
            <a:r>
              <a:rPr lang="de-DE" sz="2399" dirty="0" err="1">
                <a:solidFill>
                  <a:schemeClr val="tx1">
                    <a:lumMod val="50000"/>
                  </a:schemeClr>
                </a:solidFill>
              </a:rPr>
              <a:t>post</a:t>
            </a:r>
            <a:r>
              <a:rPr lang="de-DE" sz="2399" dirty="0">
                <a:solidFill>
                  <a:schemeClr val="tx1">
                    <a:lumMod val="50000"/>
                  </a:schemeClr>
                </a:solidFill>
              </a:rPr>
              <a:t> in a </a:t>
            </a:r>
            <a:r>
              <a:rPr lang="de-DE" sz="2399" dirty="0" err="1">
                <a:solidFill>
                  <a:schemeClr val="tx1">
                    <a:lumMod val="50000"/>
                  </a:schemeClr>
                </a:solidFill>
              </a:rPr>
              <a:t>reader-friendly</a:t>
            </a:r>
            <a:r>
              <a:rPr lang="de-DE" sz="2399" dirty="0">
                <a:solidFill>
                  <a:schemeClr val="tx1">
                    <a:lumMod val="50000"/>
                  </a:schemeClr>
                </a:solidFill>
              </a:rPr>
              <a:t> </a:t>
            </a:r>
            <a:r>
              <a:rPr lang="de-DE" sz="2399" dirty="0" err="1">
                <a:solidFill>
                  <a:schemeClr val="tx1">
                    <a:lumMod val="50000"/>
                  </a:schemeClr>
                </a:solidFill>
              </a:rPr>
              <a:t>way</a:t>
            </a:r>
            <a:endParaRPr lang="de-DE" sz="2399" dirty="0">
              <a:solidFill>
                <a:schemeClr val="tx1">
                  <a:lumMod val="50000"/>
                </a:schemeClr>
              </a:solidFill>
            </a:endParaRPr>
          </a:p>
          <a:p>
            <a:r>
              <a:rPr lang="de-DE" sz="2399" dirty="0" err="1">
                <a:solidFill>
                  <a:schemeClr val="tx1">
                    <a:lumMod val="50000"/>
                  </a:schemeClr>
                </a:solidFill>
              </a:rPr>
              <a:t>Requirements</a:t>
            </a:r>
            <a:r>
              <a:rPr lang="de-DE" sz="2399" dirty="0">
                <a:solidFill>
                  <a:schemeClr val="tx1">
                    <a:lumMod val="50000"/>
                  </a:schemeClr>
                </a:solidFill>
              </a:rPr>
              <a:t> </a:t>
            </a:r>
            <a:r>
              <a:rPr lang="de-DE" sz="2399" dirty="0" err="1">
                <a:solidFill>
                  <a:schemeClr val="tx1">
                    <a:lumMod val="50000"/>
                  </a:schemeClr>
                </a:solidFill>
              </a:rPr>
              <a:t>revealed</a:t>
            </a:r>
            <a:r>
              <a:rPr lang="de-DE" sz="2399" dirty="0">
                <a:solidFill>
                  <a:schemeClr val="tx1">
                    <a:lumMod val="50000"/>
                  </a:schemeClr>
                </a:solidFill>
              </a:rPr>
              <a:t> </a:t>
            </a:r>
            <a:r>
              <a:rPr lang="de-DE" sz="2399" dirty="0" err="1">
                <a:solidFill>
                  <a:schemeClr val="tx1">
                    <a:lumMod val="50000"/>
                  </a:schemeClr>
                </a:solidFill>
              </a:rPr>
              <a:t>stepwise</a:t>
            </a:r>
            <a:endParaRPr lang="de-DE" sz="2399" dirty="0">
              <a:solidFill>
                <a:schemeClr val="tx1">
                  <a:lumMod val="50000"/>
                </a:schemeClr>
              </a:solidFill>
            </a:endParaRPr>
          </a:p>
          <a:p>
            <a:r>
              <a:rPr lang="de-DE" sz="2399" dirty="0" err="1">
                <a:solidFill>
                  <a:schemeClr val="tx1">
                    <a:lumMod val="50000"/>
                  </a:schemeClr>
                </a:solidFill>
              </a:rPr>
              <a:t>Allows</a:t>
            </a:r>
            <a:r>
              <a:rPr lang="de-DE" sz="2399" dirty="0">
                <a:solidFill>
                  <a:schemeClr val="tx1">
                    <a:lumMod val="50000"/>
                  </a:schemeClr>
                </a:solidFill>
              </a:rPr>
              <a:t> </a:t>
            </a:r>
            <a:r>
              <a:rPr lang="de-DE" sz="2399" dirty="0" err="1">
                <a:solidFill>
                  <a:schemeClr val="tx1">
                    <a:lumMod val="50000"/>
                  </a:schemeClr>
                </a:solidFill>
              </a:rPr>
              <a:t>to</a:t>
            </a:r>
            <a:r>
              <a:rPr lang="de-DE" sz="2399" dirty="0">
                <a:solidFill>
                  <a:schemeClr val="tx1">
                    <a:lumMod val="50000"/>
                  </a:schemeClr>
                </a:solidFill>
              </a:rPr>
              <a:t> </a:t>
            </a:r>
            <a:r>
              <a:rPr lang="de-DE" sz="2399" dirty="0" err="1">
                <a:solidFill>
                  <a:schemeClr val="tx1">
                    <a:lumMod val="50000"/>
                  </a:schemeClr>
                </a:solidFill>
              </a:rPr>
              <a:t>produce</a:t>
            </a:r>
            <a:r>
              <a:rPr lang="de-DE" sz="2399" dirty="0">
                <a:solidFill>
                  <a:schemeClr val="tx1">
                    <a:lumMod val="50000"/>
                  </a:schemeClr>
                </a:solidFill>
              </a:rPr>
              <a:t> </a:t>
            </a:r>
            <a:r>
              <a:rPr lang="de-DE" sz="2399" dirty="0" err="1">
                <a:solidFill>
                  <a:schemeClr val="tx1">
                    <a:lumMod val="50000"/>
                  </a:schemeClr>
                </a:solidFill>
              </a:rPr>
              <a:t>spagetti</a:t>
            </a:r>
            <a:r>
              <a:rPr lang="de-DE" sz="2399" dirty="0">
                <a:solidFill>
                  <a:schemeClr val="tx1">
                    <a:lumMod val="50000"/>
                  </a:schemeClr>
                </a:solidFill>
              </a:rPr>
              <a:t> code in a time </a:t>
            </a:r>
            <a:r>
              <a:rPr lang="de-DE" sz="2399" dirty="0" err="1">
                <a:solidFill>
                  <a:schemeClr val="tx1">
                    <a:lumMod val="50000"/>
                  </a:schemeClr>
                </a:solidFill>
              </a:rPr>
              <a:t>lapse</a:t>
            </a:r>
            <a:endParaRPr lang="de-DE" sz="2399" dirty="0">
              <a:solidFill>
                <a:schemeClr val="tx1">
                  <a:lumMod val="50000"/>
                </a:schemeClr>
              </a:solidFill>
            </a:endParaRPr>
          </a:p>
          <a:p>
            <a:r>
              <a:rPr lang="de-DE" sz="2399" dirty="0" err="1">
                <a:solidFill>
                  <a:schemeClr val="tx1">
                    <a:lumMod val="50000"/>
                  </a:schemeClr>
                </a:solidFill>
              </a:rPr>
              <a:t>Only</a:t>
            </a:r>
            <a:r>
              <a:rPr lang="de-DE" sz="2399" dirty="0">
                <a:solidFill>
                  <a:schemeClr val="tx1">
                    <a:lumMod val="50000"/>
                  </a:schemeClr>
                </a:solidFill>
              </a:rPr>
              <a:t> a </a:t>
            </a:r>
            <a:r>
              <a:rPr lang="de-DE" sz="2399" dirty="0" err="1">
                <a:solidFill>
                  <a:schemeClr val="tx1">
                    <a:lumMod val="50000"/>
                  </a:schemeClr>
                </a:solidFill>
              </a:rPr>
              <a:t>few</a:t>
            </a:r>
            <a:r>
              <a:rPr lang="de-DE" sz="2399" dirty="0">
                <a:solidFill>
                  <a:schemeClr val="tx1">
                    <a:lumMod val="50000"/>
                  </a:schemeClr>
                </a:solidFill>
              </a:rPr>
              <a:t> </a:t>
            </a:r>
            <a:r>
              <a:rPr lang="de-DE" sz="2399" dirty="0" err="1">
                <a:solidFill>
                  <a:schemeClr val="tx1">
                    <a:lumMod val="50000"/>
                  </a:schemeClr>
                </a:solidFill>
              </a:rPr>
              <a:t>lines</a:t>
            </a:r>
            <a:r>
              <a:rPr lang="de-DE" sz="2399" dirty="0">
                <a:solidFill>
                  <a:schemeClr val="tx1">
                    <a:lumMod val="50000"/>
                  </a:schemeClr>
                </a:solidFill>
              </a:rPr>
              <a:t> </a:t>
            </a:r>
            <a:r>
              <a:rPr lang="de-DE" sz="2399" dirty="0" err="1">
                <a:solidFill>
                  <a:schemeClr val="tx1">
                    <a:lumMod val="50000"/>
                  </a:schemeClr>
                </a:solidFill>
              </a:rPr>
              <a:t>of</a:t>
            </a:r>
            <a:r>
              <a:rPr lang="de-DE" sz="2399" dirty="0">
                <a:solidFill>
                  <a:schemeClr val="tx1">
                    <a:lumMod val="50000"/>
                  </a:schemeClr>
                </a:solidFill>
              </a:rPr>
              <a:t> code</a:t>
            </a:r>
          </a:p>
        </p:txBody>
      </p:sp>
    </p:spTree>
    <p:extLst>
      <p:ext uri="{BB962C8B-B14F-4D97-AF65-F5344CB8AC3E}">
        <p14:creationId xmlns:p14="http://schemas.microsoft.com/office/powerpoint/2010/main" val="6526827"/>
      </p:ext>
    </p:extLst>
  </p:cSld>
  <p:clrMapOvr>
    <a:masterClrMapping/>
  </p:clrMapOvr>
</p:sld>
</file>

<file path=ppt/theme/theme1.xml><?xml version="1.0" encoding="utf-8"?>
<a:theme xmlns:a="http://schemas.openxmlformats.org/drawingml/2006/main" name="S&amp;N Design">
  <a:themeElements>
    <a:clrScheme name="S&amp;N Group Farbenwelt Final">
      <a:dk1>
        <a:srgbClr val="54606C"/>
      </a:dk1>
      <a:lt1>
        <a:srgbClr val="FFFFFF"/>
      </a:lt1>
      <a:dk2>
        <a:srgbClr val="FFFFFF"/>
      </a:dk2>
      <a:lt2>
        <a:srgbClr val="3C5F78"/>
      </a:lt2>
      <a:accent1>
        <a:srgbClr val="F49927"/>
      </a:accent1>
      <a:accent2>
        <a:srgbClr val="54606D"/>
      </a:accent2>
      <a:accent3>
        <a:srgbClr val="274889"/>
      </a:accent3>
      <a:accent4>
        <a:srgbClr val="008DD2"/>
      </a:accent4>
      <a:accent5>
        <a:srgbClr val="FEDC14"/>
      </a:accent5>
      <a:accent6>
        <a:srgbClr val="78DA7E"/>
      </a:accent6>
      <a:hlink>
        <a:srgbClr val="F49927"/>
      </a:hlink>
      <a:folHlink>
        <a:srgbClr val="3C5F78"/>
      </a:folHlink>
    </a:clrScheme>
    <a:fontScheme name="SN Invent 2021">
      <a:majorFont>
        <a:latin typeface="Open Sans Light"/>
        <a:ea typeface=""/>
        <a:cs typeface=""/>
      </a:majorFont>
      <a:minorFont>
        <a:latin typeface="Open Sans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w="9525" cap="flat" cmpd="sng" algn="ctr">
          <a:noFill/>
          <a:prstDash val="solid"/>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000" b="1" i="0" u="none" strike="noStrike" kern="0" cap="none" spc="0" normalizeH="0" baseline="0" noProof="0" dirty="0">
            <a:ln>
              <a:noFill/>
            </a:ln>
            <a:effectLst/>
            <a:uLnTx/>
            <a:uFillTx/>
            <a:latin typeface="Arial" panose="020B0604020202020204"/>
            <a:ea typeface="+mn-ea"/>
            <a:cs typeface="Arial" panose="020B0604020202020204" pitchFamily="34" charset="0"/>
          </a:defRPr>
        </a:defPPr>
      </a:lstStyle>
    </a:spDef>
    <a:lnDef>
      <a:spPr>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VI07-011 Vorlage Präsentation 16-9.potx" id="{13FE35D0-E1FE-440B-8EFE-1497F85DA2F9}" vid="{3F66EBA3-0BEF-4253-B4F8-FEA49A33AD49}"/>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mso-contentType ?>
<p:Policy xmlns:p="office.server.policy" id="" local="true">
  <p:Name>Dokument</p:Name>
  <p:Description/>
  <p:Statement/>
  <p:PolicyItems>
    <p:PolicyItem featureId="Microsoft.Office.RecordsManagement.PolicyFeatures.PolicyLabel" staticId="0x010100EF5765CEE729E1418BE065284ADE3D31|2097993778" UniqueId="018cb3dd-2760-4978-a79e-fe94012d8686">
      <p:Name>Bezeichnungen</p:Name>
      <p:Description>Generiert Bezeichnungen, die in Microsoft Office-Dokumente eingefügt werden können, um sicherzustellen, dass Dokumenteigenschaften oder sonstige wichtige Informationen beim Drucken von Dokumenten enthalten sind. Bezeichnungen können auch für die Suche nach Dokumenten verwendet werden.</p:Description>
      <p:CustomData>
        <label>
          <properties>
            <lock>True</lock>
          </properties>
          <segment type="literal">v.</segment>
          <segment type="metadata">_UIVersionString</segment>
        </label>
      </p:CustomData>
    </p:PolicyItem>
  </p:PolicyItems>
</p:Policy>
</file>

<file path=customXml/item2.xml><?xml version="1.0" encoding="utf-8"?>
<p:properties xmlns:p="http://schemas.microsoft.com/office/2006/metadata/properties" xmlns:xsi="http://www.w3.org/2001/XMLSchema-instance" xmlns:pc="http://schemas.microsoft.com/office/infopath/2007/PartnerControls">
  <documentManagement>
    <_dlc_DocId xmlns="3ba2c390-782e-48d2-92a4-4ceacf62dc83">SNID-180-47</_dlc_DocId>
    <_dlc_DocIdUrl xmlns="3ba2c390-782e-48d2-92a4-4ceacf62dc83">
      <Url>https://intranet.sn-invent.de/iqm/_layouts/15/DocIdRedir.aspx?ID=SNID-180-47</Url>
      <Description>SNID-180-47</Description>
    </_dlc_DocIdUrl>
    <Prozessthema xmlns="3ba2c390-782e-48d2-92a4-4ceacf62dc83">./.</Prozessthema>
    <alle xmlns="b5c6ba39-e055-4528-8d96-942d43fd41f6">true</alle>
    <Ablageort xmlns="b5c6ba39-e055-4528-8d96-942d43fd41f6" xsi:nil="true"/>
    <DLCPolicyLabelClientValue xmlns="1561a55d-4589-43de-94bb-8dded3e84ec0" xsi:nil="true"/>
    <Archiv xmlns="b5c6ba39-e055-4528-8d96-942d43fd41f6">false</Archiv>
    <DLCPolicyLabelLock xmlns="1561a55d-4589-43de-94bb-8dded3e84ec0" xsi:nil="true"/>
    <VA xmlns="b5c6ba39-e055-4528-8d96-942d43fd41f6" xsi:nil="true"/>
    <Vers_x002e_ xmlns="b5c6ba39-e055-4528-8d96-942d43fd41f6" xsi:nil="true"/>
    <Besitzer xmlns="b5c6ba39-e055-4528-8d96-942d43fd41f6">
      <UserInfo>
        <DisplayName>Heyne, Nicole</DisplayName>
        <AccountId>147</AccountId>
        <AccountType/>
      </UserInfo>
    </Besitzer>
    <Speichername xmlns="b5c6ba39-e055-4528-8d96-942d43fd41f6">VI07-003 Vorlage Präsentation</Speichername>
    <Archivierungsgrund xmlns="1561a55d-4589-43de-94bb-8dded3e84ec0" xsi:nil="true"/>
    <Prozessgruppe xmlns="3ba2c390-782e-48d2-92a4-4ceacf62dc83">Marketing</Prozessgruppe>
    <Frist xmlns="b5c6ba39-e055-4528-8d96-942d43fd41f6">10</Frist>
    <VI xmlns="b5c6ba39-e055-4528-8d96-942d43fd41f6">VI07-035</VI>
    <Kunde xmlns="b5c6ba39-e055-4528-8d96-942d43fd41f6">Geben Sie Auswahl Nr. 1 ein</Kunde>
    <DLCPolicyLabelValue xmlns="1561a55d-4589-43de-94bb-8dded3e84ec0">v.11.0</DLCPolicyLabelValue>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ct:contentTypeSchema xmlns:ct="http://schemas.microsoft.com/office/2006/metadata/contentType" xmlns:ma="http://schemas.microsoft.com/office/2006/metadata/properties/metaAttributes" ct:_="" ma:_="" ma:contentTypeName="Dokument" ma:contentTypeID="0x010100EF5765CEE729E1418BE065284ADE3D31" ma:contentTypeVersion="29" ma:contentTypeDescription="Ein neues Dokument erstellen." ma:contentTypeScope="" ma:versionID="3d50e400cca5a7bd800a74eb9a530f8f">
  <xsd:schema xmlns:xsd="http://www.w3.org/2001/XMLSchema" xmlns:xs="http://www.w3.org/2001/XMLSchema" xmlns:p="http://schemas.microsoft.com/office/2006/metadata/properties" xmlns:ns1="http://schemas.microsoft.com/sharepoint/v3" xmlns:ns2="b5c6ba39-e055-4528-8d96-942d43fd41f6" xmlns:ns3="3ba2c390-782e-48d2-92a4-4ceacf62dc83" xmlns:ns4="1561a55d-4589-43de-94bb-8dded3e84ec0" targetNamespace="http://schemas.microsoft.com/office/2006/metadata/properties" ma:root="true" ma:fieldsID="5a6f0763cb74c2d9ba07ecaec821d4b1" ns1:_="" ns2:_="" ns3:_="" ns4:_="">
    <xsd:import namespace="http://schemas.microsoft.com/sharepoint/v3"/>
    <xsd:import namespace="b5c6ba39-e055-4528-8d96-942d43fd41f6"/>
    <xsd:import namespace="3ba2c390-782e-48d2-92a4-4ceacf62dc83"/>
    <xsd:import namespace="1561a55d-4589-43de-94bb-8dded3e84ec0"/>
    <xsd:element name="properties">
      <xsd:complexType>
        <xsd:sequence>
          <xsd:element name="documentManagement">
            <xsd:complexType>
              <xsd:all>
                <xsd:element ref="ns2:VI" minOccurs="0"/>
                <xsd:element ref="ns3:Prozessgruppe"/>
                <xsd:element ref="ns3:Prozessthema" minOccurs="0"/>
                <xsd:element ref="ns2:alle" minOccurs="0"/>
                <xsd:element ref="ns2:Besitzer" minOccurs="0"/>
                <xsd:element ref="ns2:Archiv" minOccurs="0"/>
                <xsd:element ref="ns4:Archivierungsgrund" minOccurs="0"/>
                <xsd:element ref="ns2:Frist" minOccurs="0"/>
                <xsd:element ref="ns2:Kunde" minOccurs="0"/>
                <xsd:element ref="ns2:Ablageort" minOccurs="0"/>
                <xsd:element ref="ns2:Speichername" minOccurs="0"/>
                <xsd:element ref="ns2:VA" minOccurs="0"/>
                <xsd:element ref="ns2:Vers_x002e_" minOccurs="0"/>
                <xsd:element ref="ns3:_dlc_DocId" minOccurs="0"/>
                <xsd:element ref="ns3:_dlc_DocIdUrl" minOccurs="0"/>
                <xsd:element ref="ns3:_dlc_DocIdPersistId" minOccurs="0"/>
                <xsd:element ref="ns1:_dlc_Exempt" minOccurs="0"/>
                <xsd:element ref="ns4:DLCPolicyLabelValue" minOccurs="0"/>
                <xsd:element ref="ns4:DLCPolicyLabelClientValue" minOccurs="0"/>
                <xsd:element ref="ns4:DLCPolicyLabelLock"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dlc_Exempt" ma:index="24" nillable="true" ma:displayName="Von der Richtlinie ausgenommen" ma:hidden="true" ma:internalName="_dlc_Exempt"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5c6ba39-e055-4528-8d96-942d43fd41f6" elementFormDefault="qualified">
    <xsd:import namespace="http://schemas.microsoft.com/office/2006/documentManagement/types"/>
    <xsd:import namespace="http://schemas.microsoft.com/office/infopath/2007/PartnerControls"/>
    <xsd:element name="VI" ma:index="2" nillable="true" ma:displayName="QMID" ma:internalName="VI">
      <xsd:simpleType>
        <xsd:restriction base="dms:Text">
          <xsd:maxLength value="8"/>
        </xsd:restriction>
      </xsd:simpleType>
    </xsd:element>
    <xsd:element name="alle" ma:index="5" nillable="true" ma:displayName="alle" ma:default="1" ma:internalName="alle">
      <xsd:simpleType>
        <xsd:restriction base="dms:Boolean"/>
      </xsd:simpleType>
    </xsd:element>
    <xsd:element name="Besitzer" ma:index="6" nillable="true" ma:displayName="Besitzer" ma:list="UserInfo" ma:SharePointGroup="0" ma:internalName="Besitz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rchiv" ma:index="7" nillable="true" ma:displayName="Archiv" ma:default="0" ma:internalName="Archiv">
      <xsd:simpleType>
        <xsd:restriction base="dms:Boolean"/>
      </xsd:simpleType>
    </xsd:element>
    <xsd:element name="Frist" ma:index="9" nillable="true" ma:displayName="Frist" ma:decimals="0" ma:default="10" ma:internalName="Frist">
      <xsd:simpleType>
        <xsd:restriction base="dms:Number"/>
      </xsd:simpleType>
    </xsd:element>
    <xsd:element name="Kunde" ma:index="10" nillable="true" ma:displayName="Kunde" ma:default="Geben Sie Auswahl Nr. 1 ein" ma:format="Dropdown" ma:internalName="Kunde">
      <xsd:simpleType>
        <xsd:union memberTypes="dms:Text">
          <xsd:simpleType>
            <xsd:restriction base="dms:Choice">
              <xsd:enumeration value="Geben Sie Auswahl Nr. 1 ein"/>
              <xsd:enumeration value="Geben Sie Auswahl Nr. 2 ein."/>
              <xsd:enumeration value="Geben Sie Auswahl Nr. 3 ein."/>
            </xsd:restriction>
          </xsd:simpleType>
        </xsd:union>
      </xsd:simpleType>
    </xsd:element>
    <xsd:element name="Ablageort" ma:index="11" nillable="true" ma:displayName="Ablageort" ma:internalName="Ablageort">
      <xsd:simpleType>
        <xsd:restriction base="dms:Text">
          <xsd:maxLength value="255"/>
        </xsd:restriction>
      </xsd:simpleType>
    </xsd:element>
    <xsd:element name="Speichername" ma:index="12" nillable="true" ma:displayName="Speichername" ma:internalName="Speichername">
      <xsd:simpleType>
        <xsd:restriction base="dms:Text">
          <xsd:maxLength value="255"/>
        </xsd:restriction>
      </xsd:simpleType>
    </xsd:element>
    <xsd:element name="VA" ma:index="13" nillable="true" ma:displayName="VA" ma:internalName="VA">
      <xsd:simpleType>
        <xsd:restriction base="dms:Text">
          <xsd:maxLength value="6"/>
        </xsd:restriction>
      </xsd:simpleType>
    </xsd:element>
    <xsd:element name="Vers_x002e_" ma:index="14" nillable="true" ma:displayName="Vers." ma:internalName="Vers_x002e_">
      <xsd:simpleType>
        <xsd:restriction base="dms:Text">
          <xsd:maxLength value="6"/>
        </xsd:restriction>
      </xsd:simpleType>
    </xsd:element>
  </xsd:schema>
  <xsd:schema xmlns:xsd="http://www.w3.org/2001/XMLSchema" xmlns:xs="http://www.w3.org/2001/XMLSchema" xmlns:dms="http://schemas.microsoft.com/office/2006/documentManagement/types" xmlns:pc="http://schemas.microsoft.com/office/infopath/2007/PartnerControls" targetNamespace="3ba2c390-782e-48d2-92a4-4ceacf62dc83" elementFormDefault="qualified">
    <xsd:import namespace="http://schemas.microsoft.com/office/2006/documentManagement/types"/>
    <xsd:import namespace="http://schemas.microsoft.com/office/infopath/2007/PartnerControls"/>
    <xsd:element name="Prozessgruppe" ma:index="3" ma:displayName="Prozessgruppe" ma:format="Dropdown" ma:internalName="Prozessgruppe">
      <xsd:simpleType>
        <xsd:restriction base="dms:Choice">
          <xsd:enumeration value="Allgemeines"/>
          <xsd:enumeration value="Accounting"/>
          <xsd:enumeration value="Arbeitssicherheit"/>
          <xsd:enumeration value="Bestellwesen"/>
          <xsd:enumeration value="Compliance &amp; Vertragsmanagement"/>
          <xsd:enumeration value="Controlling"/>
          <xsd:enumeration value="Datenschutz"/>
          <xsd:enumeration value="Flottenmanagement"/>
          <xsd:enumeration value="Interne IT"/>
          <xsd:enumeration value="Marketing"/>
          <xsd:enumeration value="Partnermanagement"/>
          <xsd:enumeration value="Personal"/>
          <xsd:enumeration value="Produktmanagement"/>
          <xsd:enumeration value="Projekte"/>
          <xsd:enumeration value="Qualitätsmanagement"/>
          <xsd:enumeration value="Ressourcenmanagement"/>
          <xsd:enumeration value="Strategie &amp; Ziele"/>
          <xsd:enumeration value="Vertragsmanagement"/>
          <xsd:enumeration value="Vertrieb"/>
        </xsd:restriction>
      </xsd:simpleType>
    </xsd:element>
    <xsd:element name="Prozessthema" ma:index="4" nillable="true" ma:displayName="Prozessthema" ma:format="Dropdown" ma:internalName="Prozessthema">
      <xsd:simpleType>
        <xsd:restriction base="dms:Choice">
          <xsd:enumeration value="./."/>
          <xsd:enumeration value="Allgemein"/>
          <xsd:enumeration value="Angebot"/>
          <xsd:enumeration value="Arbeitsverträge"/>
          <xsd:enumeration value="Auftrag"/>
          <xsd:enumeration value="Ausschreibung"/>
          <xsd:enumeration value="Austritt MA"/>
          <xsd:enumeration value="Bestellung"/>
          <xsd:enumeration value="Brief"/>
          <xsd:enumeration value="Druckereivorlage"/>
          <xsd:enumeration value="Gutschriften"/>
          <xsd:enumeration value="Kunden"/>
          <xsd:enumeration value="MA Entwicklung"/>
          <xsd:enumeration value="Neuer MA"/>
          <xsd:enumeration value="Projektabschluss"/>
          <xsd:enumeration value="Projekttoolbox"/>
          <xsd:enumeration value="Projektverrechnung"/>
          <xsd:enumeration value="Projektvorbereitung"/>
          <xsd:enumeration value="Rechnung"/>
          <xsd:enumeration value="Reisekosten"/>
          <xsd:enumeration value="Sonderfälle"/>
          <xsd:enumeration value="Stellenausschreibung &amp; Bewerbungen"/>
          <xsd:enumeration value="Storno"/>
          <xsd:enumeration value="Subunternehmer"/>
          <xsd:enumeration value="Timesheets"/>
          <xsd:enumeration value="Zeugnisse"/>
        </xsd:restriction>
      </xsd:simpleType>
    </xsd:element>
    <xsd:element name="_dlc_DocId" ma:index="17" nillable="true" ma:displayName="Wert der Dokument-ID" ma:description="Der Wert der diesem Element zugewiesenen Dokument-ID." ma:internalName="_dlc_DocId" ma:readOnly="true">
      <xsd:simpleType>
        <xsd:restriction base="dms:Text"/>
      </xsd:simpleType>
    </xsd:element>
    <xsd:element name="_dlc_DocIdUrl" ma:index="18" nillable="true" ma:displayName="Dokument-ID" ma:description="Permanenter Hyperlink zu diesem Dok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9" nillable="true" ma:displayName="Beständige ID" ma:description="ID beim Hinzufügen beibehalten."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561a55d-4589-43de-94bb-8dded3e84ec0" elementFormDefault="qualified">
    <xsd:import namespace="http://schemas.microsoft.com/office/2006/documentManagement/types"/>
    <xsd:import namespace="http://schemas.microsoft.com/office/infopath/2007/PartnerControls"/>
    <xsd:element name="Archivierungsgrund" ma:index="8" nillable="true" ma:displayName="Archivierungsgrund" ma:internalName="Archivierungsgrund">
      <xsd:simpleType>
        <xsd:restriction base="dms:Note">
          <xsd:maxLength value="255"/>
        </xsd:restriction>
      </xsd:simpleType>
    </xsd:element>
    <xsd:element name="DLCPolicyLabelValue" ma:index="25" nillable="true" ma:displayName="Bezeichnung" ma:description="Speichert den aktuellen Wert der Bezeichnung." ma:internalName="DLCPolicyLabelValue" ma:readOnly="true">
      <xsd:simpleType>
        <xsd:restriction base="dms:Note">
          <xsd:maxLength value="255"/>
        </xsd:restriction>
      </xsd:simpleType>
    </xsd:element>
    <xsd:element name="DLCPolicyLabelClientValue" ma:index="26" nillable="true" ma:displayName="Clientbezeichnungswert" ma:description="Speichert den letzten Bezeichnungswert, der auf dem Client errechnet wurde." ma:hidden="true" ma:internalName="DLCPolicyLabelClientValue" ma:readOnly="false">
      <xsd:simpleType>
        <xsd:restriction base="dms:Note"/>
      </xsd:simpleType>
    </xsd:element>
    <xsd:element name="DLCPolicyLabelLock" ma:index="27" nillable="true" ma:displayName="Bezeichnung gesperrt" ma:description="Gibt an, ob die Bezeichnung zu aktualisieren ist, wenn Elementeigenschaften geändert werden." ma:hidden="true" ma:internalName="DLCPolicyLabelLock" ma:readOnly="fals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9" ma:displayName="Inhaltstyp"/>
        <xsd:element ref="dc:title" minOccurs="0" maxOccurs="1" ma:index="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D4355BD-3339-4747-A9BA-2F7E78B26BF6}">
  <ds:schemaRefs>
    <ds:schemaRef ds:uri="office.server.policy"/>
  </ds:schemaRefs>
</ds:datastoreItem>
</file>

<file path=customXml/itemProps2.xml><?xml version="1.0" encoding="utf-8"?>
<ds:datastoreItem xmlns:ds="http://schemas.openxmlformats.org/officeDocument/2006/customXml" ds:itemID="{E5519D02-F5E4-4D45-BACB-7D3735C24017}">
  <ds:schemaRefs>
    <ds:schemaRef ds:uri="http://schemas.microsoft.com/sharepoint/v3"/>
    <ds:schemaRef ds:uri="http://purl.org/dc/terms/"/>
    <ds:schemaRef ds:uri="http://schemas.openxmlformats.org/package/2006/metadata/core-properties"/>
    <ds:schemaRef ds:uri="b5c6ba39-e055-4528-8d96-942d43fd41f6"/>
    <ds:schemaRef ds:uri="http://schemas.microsoft.com/office/2006/documentManagement/types"/>
    <ds:schemaRef ds:uri="1561a55d-4589-43de-94bb-8dded3e84ec0"/>
    <ds:schemaRef ds:uri="3ba2c390-782e-48d2-92a4-4ceacf62dc83"/>
    <ds:schemaRef ds:uri="http://purl.org/dc/elements/1.1/"/>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38B952D7-EB30-489B-97CD-4DF8165C4AB9}">
  <ds:schemaRefs>
    <ds:schemaRef ds:uri="http://schemas.microsoft.com/sharepoint/events"/>
  </ds:schemaRefs>
</ds:datastoreItem>
</file>

<file path=customXml/itemProps4.xml><?xml version="1.0" encoding="utf-8"?>
<ds:datastoreItem xmlns:ds="http://schemas.openxmlformats.org/officeDocument/2006/customXml" ds:itemID="{BF9375A8-3119-4DA8-B304-E0F5F369DCAD}">
  <ds:schemaRefs>
    <ds:schemaRef ds:uri="http://schemas.microsoft.com/sharepoint/v3/contenttype/forms"/>
  </ds:schemaRefs>
</ds:datastoreItem>
</file>

<file path=customXml/itemProps5.xml><?xml version="1.0" encoding="utf-8"?>
<ds:datastoreItem xmlns:ds="http://schemas.openxmlformats.org/officeDocument/2006/customXml" ds:itemID="{BBCE9F00-598A-4817-82B0-FFE08B1F393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5c6ba39-e055-4528-8d96-942d43fd41f6"/>
    <ds:schemaRef ds:uri="3ba2c390-782e-48d2-92a4-4ceacf62dc83"/>
    <ds:schemaRef ds:uri="1561a55d-4589-43de-94bb-8dded3e84e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VI07-011 Vorlage Präsentation 16-9 (8)</Template>
  <TotalTime>0</TotalTime>
  <Words>687</Words>
  <Application>Microsoft Office PowerPoint</Application>
  <PresentationFormat>Breitbild</PresentationFormat>
  <Paragraphs>51</Paragraphs>
  <Slides>9</Slides>
  <Notes>0</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9</vt:i4>
      </vt:variant>
    </vt:vector>
  </HeadingPairs>
  <TitlesOfParts>
    <vt:vector size="17" baseType="lpstr">
      <vt:lpstr>Arial</vt:lpstr>
      <vt:lpstr>Calibri</vt:lpstr>
      <vt:lpstr>Open Sans ExtraBold</vt:lpstr>
      <vt:lpstr>Open Sans Light</vt:lpstr>
      <vt:lpstr>Open Sans SemiBold</vt:lpstr>
      <vt:lpstr>Symbol</vt:lpstr>
      <vt:lpstr>Wingdings</vt:lpstr>
      <vt:lpstr>S&amp;N Design</vt:lpstr>
      <vt:lpstr>PowerPoint-Präsentation</vt:lpstr>
      <vt:lpstr>Learning Hour Agenda</vt:lpstr>
      <vt:lpstr>Why?</vt:lpstr>
      <vt:lpstr>Lets have a look</vt:lpstr>
      <vt:lpstr>https://clean-code-developer.com/ https://clean-code-developer.de/</vt:lpstr>
      <vt:lpstr>Integration Operation Segregation … as it is explained on clean-code-developer.com</vt:lpstr>
      <vt:lpstr>Single Level of Abstraction (Big brother of „Integration Operation Segregation Principle“)</vt:lpstr>
      <vt:lpstr>Single Responsibility</vt:lpstr>
      <vt:lpstr>Example Kata „Social Time“</vt:lpstr>
    </vt:vector>
  </TitlesOfParts>
  <Company>S&amp;N Invent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Kompetenzpräsentation</dc:title>
  <dc:creator>Heyne, Nicole</dc:creator>
  <cp:keywords>S&amp;N Invent</cp:keywords>
  <cp:lastModifiedBy>Lessner, Jan</cp:lastModifiedBy>
  <cp:revision>204</cp:revision>
  <dcterms:created xsi:type="dcterms:W3CDTF">2021-11-22T06:34:15Z</dcterms:created>
  <dcterms:modified xsi:type="dcterms:W3CDTF">2025-07-09T17:16:08Z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0x010100EF5765CEE729E1418BE065284ADE3D31</vt:lpwstr>
  </property>
  <property fmtid="{D5CDD505-2E9C-101B-9397-08002B2CF9AE}" pid="3" name="_dlc_DocIdItemGuid">
    <vt:lpwstr>f34c9957-ad12-4f5d-af6f-6ecdbeca9caf</vt:lpwstr>
  </property>
</Properties>
</file>